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 id="2147483650" r:id="rId5"/>
    <p:sldMasterId id="2147483651" r:id="rId6"/>
    <p:sldMasterId id="2147483685" r:id="rId7"/>
  </p:sldMasterIdLst>
  <p:notesMasterIdLst>
    <p:notesMasterId r:id="rId9"/>
  </p:notesMasterIdLst>
  <p:sldIdLst>
    <p:sldId id="256" r:id="rId8"/>
  </p:sldIdLst>
  <p:sldSz cx="43891200" cy="32918400"/>
  <p:notesSz cx="6858000" cy="9144000"/>
  <p:defaultTextStyle>
    <a:defPPr>
      <a:defRPr lang="en-US"/>
    </a:defPPr>
    <a:lvl1pPr algn="l" rtl="0" eaLnBrk="0" fontAlgn="base" hangingPunct="0">
      <a:spcBef>
        <a:spcPct val="0"/>
      </a:spcBef>
      <a:spcAft>
        <a:spcPct val="0"/>
      </a:spcAft>
      <a:defRPr sz="2900" kern="1200">
        <a:solidFill>
          <a:schemeClr val="tx1"/>
        </a:solidFill>
        <a:latin typeface="Arial Narrow"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900" kern="1200">
        <a:solidFill>
          <a:schemeClr val="tx1"/>
        </a:solidFill>
        <a:latin typeface="Arial Narrow"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900" kern="1200">
        <a:solidFill>
          <a:schemeClr val="tx1"/>
        </a:solidFill>
        <a:latin typeface="Arial Narrow"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900" kern="1200">
        <a:solidFill>
          <a:schemeClr val="tx1"/>
        </a:solidFill>
        <a:latin typeface="Arial Narrow"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900" kern="1200">
        <a:solidFill>
          <a:schemeClr val="tx1"/>
        </a:solidFill>
        <a:latin typeface="Arial Narrow" panose="020B0604020202020204" pitchFamily="34" charset="0"/>
        <a:ea typeface="MS PGothic" panose="020B0600070205080204" pitchFamily="34" charset="-128"/>
        <a:cs typeface="+mn-cs"/>
      </a:defRPr>
    </a:lvl5pPr>
    <a:lvl6pPr marL="2286000" algn="l" defTabSz="914400" rtl="0" eaLnBrk="1" latinLnBrk="0" hangingPunct="1">
      <a:defRPr sz="2900" kern="1200">
        <a:solidFill>
          <a:schemeClr val="tx1"/>
        </a:solidFill>
        <a:latin typeface="Arial Narrow" panose="020B0604020202020204" pitchFamily="34" charset="0"/>
        <a:ea typeface="MS PGothic" panose="020B0600070205080204" pitchFamily="34" charset="-128"/>
        <a:cs typeface="+mn-cs"/>
      </a:defRPr>
    </a:lvl6pPr>
    <a:lvl7pPr marL="2743200" algn="l" defTabSz="914400" rtl="0" eaLnBrk="1" latinLnBrk="0" hangingPunct="1">
      <a:defRPr sz="2900" kern="1200">
        <a:solidFill>
          <a:schemeClr val="tx1"/>
        </a:solidFill>
        <a:latin typeface="Arial Narrow" panose="020B0604020202020204" pitchFamily="34" charset="0"/>
        <a:ea typeface="MS PGothic" panose="020B0600070205080204" pitchFamily="34" charset="-128"/>
        <a:cs typeface="+mn-cs"/>
      </a:defRPr>
    </a:lvl7pPr>
    <a:lvl8pPr marL="3200400" algn="l" defTabSz="914400" rtl="0" eaLnBrk="1" latinLnBrk="0" hangingPunct="1">
      <a:defRPr sz="2900" kern="1200">
        <a:solidFill>
          <a:schemeClr val="tx1"/>
        </a:solidFill>
        <a:latin typeface="Arial Narrow" panose="020B0604020202020204" pitchFamily="34" charset="0"/>
        <a:ea typeface="MS PGothic" panose="020B0600070205080204" pitchFamily="34" charset="-128"/>
        <a:cs typeface="+mn-cs"/>
      </a:defRPr>
    </a:lvl8pPr>
    <a:lvl9pPr marL="3657600" algn="l" defTabSz="914400" rtl="0" eaLnBrk="1" latinLnBrk="0" hangingPunct="1">
      <a:defRPr sz="2900" kern="1200">
        <a:solidFill>
          <a:schemeClr val="tx1"/>
        </a:solidFill>
        <a:latin typeface="Arial Narrow"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3552">
          <p15:clr>
            <a:srgbClr val="A4A3A4"/>
          </p15:clr>
        </p15:guide>
        <p15:guide id="2" orient="horz" pos="20285">
          <p15:clr>
            <a:srgbClr val="A4A3A4"/>
          </p15:clr>
        </p15:guide>
        <p15:guide id="3" pos="437">
          <p15:clr>
            <a:srgbClr val="A4A3A4"/>
          </p15:clr>
        </p15:guide>
        <p15:guide id="4" pos="6725">
          <p15:clr>
            <a:srgbClr val="A4A3A4"/>
          </p15:clr>
        </p15:guide>
        <p15:guide id="5" pos="7238">
          <p15:clr>
            <a:srgbClr val="A4A3A4"/>
          </p15:clr>
        </p15:guide>
        <p15:guide id="6" pos="13526">
          <p15:clr>
            <a:srgbClr val="A4A3A4"/>
          </p15:clr>
        </p15:guide>
        <p15:guide id="7" pos="14030">
          <p15:clr>
            <a:srgbClr val="A4A3A4"/>
          </p15:clr>
        </p15:guide>
        <p15:guide id="8" pos="20318">
          <p15:clr>
            <a:srgbClr val="A4A3A4"/>
          </p15:clr>
        </p15:guide>
        <p15:guide id="9" pos="20837">
          <p15:clr>
            <a:srgbClr val="A4A3A4"/>
          </p15:clr>
        </p15:guide>
        <p15:guide id="10" pos="2712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590" autoAdjust="0"/>
    <p:restoredTop sz="94189" autoAdjust="0"/>
  </p:normalViewPr>
  <p:slideViewPr>
    <p:cSldViewPr snapToGrid="0" snapToObjects="1">
      <p:cViewPr>
        <p:scale>
          <a:sx n="25" d="100"/>
          <a:sy n="25" d="100"/>
        </p:scale>
        <p:origin x="1890" y="-540"/>
      </p:cViewPr>
      <p:guideLst>
        <p:guide orient="horz" pos="3552"/>
        <p:guide orient="horz" pos="20285"/>
        <p:guide pos="437"/>
        <p:guide pos="6725"/>
        <p:guide pos="7238"/>
        <p:guide pos="13526"/>
        <p:guide pos="14030"/>
        <p:guide pos="20318"/>
        <p:guide pos="20837"/>
        <p:guide pos="27125"/>
      </p:guideLst>
    </p:cSldViewPr>
  </p:slideViewPr>
  <p:notesTextViewPr>
    <p:cViewPr>
      <p:scale>
        <a:sx n="100" d="100"/>
        <a:sy n="100" d="100"/>
      </p:scale>
      <p:origin x="0" y="0"/>
    </p:cViewPr>
  </p:notesTextViewPr>
  <p:sorterViewPr>
    <p:cViewPr>
      <p:scale>
        <a:sx n="66" d="100"/>
        <a:sy n="66" d="100"/>
      </p:scale>
      <p:origin x="0" y="21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BB69F905-5735-757E-ED5F-DBFCA1F0D64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defRPr>
            </a:lvl1pPr>
          </a:lstStyle>
          <a:p>
            <a:pPr>
              <a:defRPr/>
            </a:pPr>
            <a:endParaRPr lang="en-US"/>
          </a:p>
        </p:txBody>
      </p:sp>
      <p:sp>
        <p:nvSpPr>
          <p:cNvPr id="150531" name="Rectangle 3">
            <a:extLst>
              <a:ext uri="{FF2B5EF4-FFF2-40B4-BE49-F238E27FC236}">
                <a16:creationId xmlns:a16="http://schemas.microsoft.com/office/drawing/2014/main" id="{3A93F361-B157-C7AE-8220-6D650D788311}"/>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defRPr>
            </a:lvl1pPr>
          </a:lstStyle>
          <a:p>
            <a:pPr>
              <a:defRPr/>
            </a:pPr>
            <a:endParaRPr lang="en-US"/>
          </a:p>
        </p:txBody>
      </p:sp>
      <p:sp>
        <p:nvSpPr>
          <p:cNvPr id="5124" name="Rectangle 4">
            <a:extLst>
              <a:ext uri="{FF2B5EF4-FFF2-40B4-BE49-F238E27FC236}">
                <a16:creationId xmlns:a16="http://schemas.microsoft.com/office/drawing/2014/main" id="{F339F01A-FA1C-3B12-CE45-874A9CBB903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3" name="Rectangle 5">
            <a:extLst>
              <a:ext uri="{FF2B5EF4-FFF2-40B4-BE49-F238E27FC236}">
                <a16:creationId xmlns:a16="http://schemas.microsoft.com/office/drawing/2014/main" id="{D6E8F18E-BAFC-0FEB-F320-7FBEF36ECDCA}"/>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0534" name="Rectangle 6">
            <a:extLst>
              <a:ext uri="{FF2B5EF4-FFF2-40B4-BE49-F238E27FC236}">
                <a16:creationId xmlns:a16="http://schemas.microsoft.com/office/drawing/2014/main" id="{85EC2379-CFC4-67E0-890C-4C29EE9CE80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defRPr>
            </a:lvl1pPr>
          </a:lstStyle>
          <a:p>
            <a:pPr>
              <a:defRPr/>
            </a:pPr>
            <a:endParaRPr lang="en-US"/>
          </a:p>
        </p:txBody>
      </p:sp>
      <p:sp>
        <p:nvSpPr>
          <p:cNvPr id="150535" name="Rectangle 7">
            <a:extLst>
              <a:ext uri="{FF2B5EF4-FFF2-40B4-BE49-F238E27FC236}">
                <a16:creationId xmlns:a16="http://schemas.microsoft.com/office/drawing/2014/main" id="{2AF7DBD8-20B2-3735-8CA1-68BBC3E7FF0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D430E51B-A855-9949-A516-94D67DEA95C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1597F34B-5D35-F125-4791-B61AB240F1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17AC3C18-C972-CB46-9C81-A3A9DD9E8BE3}" type="slidenum">
              <a:rPr lang="en-US" altLang="en-US" smtClean="0"/>
              <a:pPr>
                <a:spcBef>
                  <a:spcPct val="0"/>
                </a:spcBef>
              </a:pPr>
              <a:t>1</a:t>
            </a:fld>
            <a:endParaRPr lang="en-US" altLang="en-US"/>
          </a:p>
        </p:txBody>
      </p:sp>
      <p:sp>
        <p:nvSpPr>
          <p:cNvPr id="7171" name="Rectangle 2">
            <a:extLst>
              <a:ext uri="{FF2B5EF4-FFF2-40B4-BE49-F238E27FC236}">
                <a16:creationId xmlns:a16="http://schemas.microsoft.com/office/drawing/2014/main" id="{E577F958-E3A0-54BC-E061-39AC82CEF587}"/>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2AEA5B21-E3ED-4FBD-9783-5B3630AF7F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17107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93738" y="5638800"/>
            <a:ext cx="9974262" cy="265636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169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00487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8" y="5638800"/>
            <a:ext cx="4910137" cy="265636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6275" y="5638800"/>
            <a:ext cx="4911725" cy="265636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1307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1320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00244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0144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46431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46928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93738" y="5638800"/>
            <a:ext cx="9974262" cy="265636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3616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5" y="1273175"/>
            <a:ext cx="10547350" cy="309292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8" y="1273175"/>
            <a:ext cx="31491237" cy="309292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598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6479816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1677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13402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8" y="5638800"/>
            <a:ext cx="4910137" cy="26563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56275" y="5638800"/>
            <a:ext cx="4911725" cy="26563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2273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46960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45501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4526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178780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626764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00009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5" y="1273175"/>
            <a:ext cx="10547350" cy="309292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8" y="1273175"/>
            <a:ext cx="31491237" cy="30929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0471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9896943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17488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7888148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3738" y="5638800"/>
            <a:ext cx="21018500" cy="26563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864638" y="5638800"/>
            <a:ext cx="21020087" cy="26563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540568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35594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20340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7159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676565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2558329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2576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7375" y="1273175"/>
            <a:ext cx="10547350" cy="309292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3738" y="1273175"/>
            <a:ext cx="31491237" cy="309292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0173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0" y="5387342"/>
            <a:ext cx="32918400" cy="11460480"/>
          </a:xfrm>
        </p:spPr>
        <p:txBody>
          <a:bodyPr anchor="b"/>
          <a:lstStyle>
            <a:lvl1pPr algn="ctr">
              <a:defRPr sz="21600"/>
            </a:lvl1pPr>
          </a:lstStyle>
          <a:p>
            <a:r>
              <a:rPr lang="en-US"/>
              <a:t>Click to edit Master title style</a:t>
            </a:r>
            <a:endParaRPr lang="en-CA"/>
          </a:p>
        </p:txBody>
      </p:sp>
      <p:sp>
        <p:nvSpPr>
          <p:cNvPr id="3" name="Subtitle 2"/>
          <p:cNvSpPr>
            <a:spLocks noGrp="1"/>
          </p:cNvSpPr>
          <p:nvPr>
            <p:ph type="subTitle" idx="1"/>
          </p:nvPr>
        </p:nvSpPr>
        <p:spPr>
          <a:xfrm>
            <a:off x="5486400" y="17289782"/>
            <a:ext cx="32918400" cy="7947658"/>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771FC6C5-7775-7A68-B765-DA2358E4F069}"/>
              </a:ext>
            </a:extLst>
          </p:cNvPr>
          <p:cNvSpPr>
            <a:spLocks noGrp="1"/>
          </p:cNvSpPr>
          <p:nvPr>
            <p:ph type="dt" sz="half" idx="10"/>
          </p:nvPr>
        </p:nvSpPr>
        <p:spPr/>
        <p:txBody>
          <a:bodyPr/>
          <a:lstStyle>
            <a:lvl1pPr>
              <a:defRPr/>
            </a:lvl1pPr>
          </a:lstStyle>
          <a:p>
            <a:pPr>
              <a:defRPr/>
            </a:pPr>
            <a:fld id="{A7F725AA-8749-6448-BD9B-AFBC6B60C2B2}" type="datetimeFigureOut">
              <a:rPr lang="en-CA"/>
              <a:pPr>
                <a:defRPr/>
              </a:pPr>
              <a:t>2025-07-17</a:t>
            </a:fld>
            <a:endParaRPr lang="en-CA"/>
          </a:p>
        </p:txBody>
      </p:sp>
      <p:sp>
        <p:nvSpPr>
          <p:cNvPr id="5" name="Footer Placeholder 4">
            <a:extLst>
              <a:ext uri="{FF2B5EF4-FFF2-40B4-BE49-F238E27FC236}">
                <a16:creationId xmlns:a16="http://schemas.microsoft.com/office/drawing/2014/main" id="{51870112-15A7-F159-B312-6C082F64FBFD}"/>
              </a:ext>
            </a:extLst>
          </p:cNvPr>
          <p:cNvSpPr>
            <a:spLocks noGrp="1"/>
          </p:cNvSpPr>
          <p:nvPr>
            <p:ph type="ftr" sz="quarter" idx="11"/>
          </p:nvPr>
        </p:nvSpPr>
        <p:spPr/>
        <p:txBody>
          <a:bodyPr/>
          <a:lstStyle>
            <a:lvl1pPr>
              <a:defRPr/>
            </a:lvl1pPr>
          </a:lstStyle>
          <a:p>
            <a:pPr>
              <a:defRPr/>
            </a:pPr>
            <a:endParaRPr lang="en-CA"/>
          </a:p>
        </p:txBody>
      </p:sp>
      <p:sp>
        <p:nvSpPr>
          <p:cNvPr id="6" name="Slide Number Placeholder 5">
            <a:extLst>
              <a:ext uri="{FF2B5EF4-FFF2-40B4-BE49-F238E27FC236}">
                <a16:creationId xmlns:a16="http://schemas.microsoft.com/office/drawing/2014/main" id="{74E60007-D856-6070-9CA6-3089792A7169}"/>
              </a:ext>
            </a:extLst>
          </p:cNvPr>
          <p:cNvSpPr>
            <a:spLocks noGrp="1"/>
          </p:cNvSpPr>
          <p:nvPr>
            <p:ph type="sldNum" sz="quarter" idx="12"/>
          </p:nvPr>
        </p:nvSpPr>
        <p:spPr/>
        <p:txBody>
          <a:bodyPr/>
          <a:lstStyle>
            <a:lvl1pPr>
              <a:defRPr/>
            </a:lvl1pPr>
          </a:lstStyle>
          <a:p>
            <a:pPr>
              <a:defRPr/>
            </a:pPr>
            <a:fld id="{C9E7B8A4-F09E-D048-856C-AB97989927E8}" type="slidenum">
              <a:rPr lang="en-CA" altLang="en-US"/>
              <a:pPr>
                <a:defRPr/>
              </a:pPr>
              <a:t>‹#›</a:t>
            </a:fld>
            <a:endParaRPr lang="en-CA" altLang="en-US"/>
          </a:p>
        </p:txBody>
      </p:sp>
    </p:spTree>
    <p:extLst>
      <p:ext uri="{BB962C8B-B14F-4D97-AF65-F5344CB8AC3E}">
        <p14:creationId xmlns:p14="http://schemas.microsoft.com/office/powerpoint/2010/main" val="15862546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D8086D8-7308-0B82-0299-8DD6B79A09C1}"/>
              </a:ext>
            </a:extLst>
          </p:cNvPr>
          <p:cNvSpPr>
            <a:spLocks noGrp="1"/>
          </p:cNvSpPr>
          <p:nvPr>
            <p:ph type="dt" sz="half" idx="10"/>
          </p:nvPr>
        </p:nvSpPr>
        <p:spPr/>
        <p:txBody>
          <a:bodyPr/>
          <a:lstStyle>
            <a:lvl1pPr>
              <a:defRPr/>
            </a:lvl1pPr>
          </a:lstStyle>
          <a:p>
            <a:pPr>
              <a:defRPr/>
            </a:pPr>
            <a:fld id="{B10AD2F2-5388-FA46-92B7-3376F66922FE}" type="datetimeFigureOut">
              <a:rPr lang="en-CA"/>
              <a:pPr>
                <a:defRPr/>
              </a:pPr>
              <a:t>2025-07-17</a:t>
            </a:fld>
            <a:endParaRPr lang="en-CA"/>
          </a:p>
        </p:txBody>
      </p:sp>
      <p:sp>
        <p:nvSpPr>
          <p:cNvPr id="5" name="Footer Placeholder 4">
            <a:extLst>
              <a:ext uri="{FF2B5EF4-FFF2-40B4-BE49-F238E27FC236}">
                <a16:creationId xmlns:a16="http://schemas.microsoft.com/office/drawing/2014/main" id="{5DF90925-F0A1-EE0C-7804-4CFADFEDC1B3}"/>
              </a:ext>
            </a:extLst>
          </p:cNvPr>
          <p:cNvSpPr>
            <a:spLocks noGrp="1"/>
          </p:cNvSpPr>
          <p:nvPr>
            <p:ph type="ftr" sz="quarter" idx="11"/>
          </p:nvPr>
        </p:nvSpPr>
        <p:spPr/>
        <p:txBody>
          <a:bodyPr/>
          <a:lstStyle>
            <a:lvl1pPr>
              <a:defRPr/>
            </a:lvl1pPr>
          </a:lstStyle>
          <a:p>
            <a:pPr>
              <a:defRPr/>
            </a:pPr>
            <a:endParaRPr lang="en-CA"/>
          </a:p>
        </p:txBody>
      </p:sp>
      <p:sp>
        <p:nvSpPr>
          <p:cNvPr id="6" name="Slide Number Placeholder 5">
            <a:extLst>
              <a:ext uri="{FF2B5EF4-FFF2-40B4-BE49-F238E27FC236}">
                <a16:creationId xmlns:a16="http://schemas.microsoft.com/office/drawing/2014/main" id="{250016D8-760C-6B4C-807C-122D65AC2B0B}"/>
              </a:ext>
            </a:extLst>
          </p:cNvPr>
          <p:cNvSpPr>
            <a:spLocks noGrp="1"/>
          </p:cNvSpPr>
          <p:nvPr>
            <p:ph type="sldNum" sz="quarter" idx="12"/>
          </p:nvPr>
        </p:nvSpPr>
        <p:spPr/>
        <p:txBody>
          <a:bodyPr/>
          <a:lstStyle>
            <a:lvl1pPr>
              <a:defRPr/>
            </a:lvl1pPr>
          </a:lstStyle>
          <a:p>
            <a:pPr>
              <a:defRPr/>
            </a:pPr>
            <a:fld id="{539428D6-E158-5D42-9BBE-B6E419C4A71F}" type="slidenum">
              <a:rPr lang="en-CA" altLang="en-US"/>
              <a:pPr>
                <a:defRPr/>
              </a:pPr>
              <a:t>‹#›</a:t>
            </a:fld>
            <a:endParaRPr lang="en-CA" altLang="en-US"/>
          </a:p>
        </p:txBody>
      </p:sp>
    </p:spTree>
    <p:extLst>
      <p:ext uri="{BB962C8B-B14F-4D97-AF65-F5344CB8AC3E}">
        <p14:creationId xmlns:p14="http://schemas.microsoft.com/office/powerpoint/2010/main" val="28819617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0" y="8206745"/>
            <a:ext cx="37856160" cy="13693138"/>
          </a:xfrm>
        </p:spPr>
        <p:txBody>
          <a:bodyPr anchor="b"/>
          <a:lstStyle>
            <a:lvl1pPr>
              <a:defRPr sz="21600"/>
            </a:lvl1pPr>
          </a:lstStyle>
          <a:p>
            <a:r>
              <a:rPr lang="en-US"/>
              <a:t>Click to edit Master title style</a:t>
            </a:r>
            <a:endParaRPr lang="en-CA"/>
          </a:p>
        </p:txBody>
      </p:sp>
      <p:sp>
        <p:nvSpPr>
          <p:cNvPr id="3" name="Text Placeholder 2"/>
          <p:cNvSpPr>
            <a:spLocks noGrp="1"/>
          </p:cNvSpPr>
          <p:nvPr>
            <p:ph type="body" idx="1"/>
          </p:nvPr>
        </p:nvSpPr>
        <p:spPr>
          <a:xfrm>
            <a:off x="2994660" y="22029425"/>
            <a:ext cx="37856160" cy="7200898"/>
          </a:xfrm>
        </p:spPr>
        <p:txBody>
          <a:bodyPr/>
          <a:lstStyle>
            <a:lvl1pPr marL="0" indent="0">
              <a:buNone/>
              <a:defRPr sz="8640">
                <a:solidFill>
                  <a:schemeClr val="tx1">
                    <a:tint val="75000"/>
                  </a:schemeClr>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2DB4810-F2DE-E503-CB6E-3C7735224FD7}"/>
              </a:ext>
            </a:extLst>
          </p:cNvPr>
          <p:cNvSpPr>
            <a:spLocks noGrp="1"/>
          </p:cNvSpPr>
          <p:nvPr>
            <p:ph type="dt" sz="half" idx="10"/>
          </p:nvPr>
        </p:nvSpPr>
        <p:spPr/>
        <p:txBody>
          <a:bodyPr/>
          <a:lstStyle>
            <a:lvl1pPr>
              <a:defRPr/>
            </a:lvl1pPr>
          </a:lstStyle>
          <a:p>
            <a:pPr>
              <a:defRPr/>
            </a:pPr>
            <a:fld id="{E7B411C6-9FCD-BB48-8D88-F12113DEEEC1}" type="datetimeFigureOut">
              <a:rPr lang="en-CA"/>
              <a:pPr>
                <a:defRPr/>
              </a:pPr>
              <a:t>2025-07-17</a:t>
            </a:fld>
            <a:endParaRPr lang="en-CA"/>
          </a:p>
        </p:txBody>
      </p:sp>
      <p:sp>
        <p:nvSpPr>
          <p:cNvPr id="5" name="Footer Placeholder 4">
            <a:extLst>
              <a:ext uri="{FF2B5EF4-FFF2-40B4-BE49-F238E27FC236}">
                <a16:creationId xmlns:a16="http://schemas.microsoft.com/office/drawing/2014/main" id="{30D3533A-CB47-86EF-1219-5253B07CDC65}"/>
              </a:ext>
            </a:extLst>
          </p:cNvPr>
          <p:cNvSpPr>
            <a:spLocks noGrp="1"/>
          </p:cNvSpPr>
          <p:nvPr>
            <p:ph type="ftr" sz="quarter" idx="11"/>
          </p:nvPr>
        </p:nvSpPr>
        <p:spPr/>
        <p:txBody>
          <a:bodyPr/>
          <a:lstStyle>
            <a:lvl1pPr>
              <a:defRPr/>
            </a:lvl1pPr>
          </a:lstStyle>
          <a:p>
            <a:pPr>
              <a:defRPr/>
            </a:pPr>
            <a:endParaRPr lang="en-CA"/>
          </a:p>
        </p:txBody>
      </p:sp>
      <p:sp>
        <p:nvSpPr>
          <p:cNvPr id="6" name="Slide Number Placeholder 5">
            <a:extLst>
              <a:ext uri="{FF2B5EF4-FFF2-40B4-BE49-F238E27FC236}">
                <a16:creationId xmlns:a16="http://schemas.microsoft.com/office/drawing/2014/main" id="{300D141B-9CCD-3A32-F10F-E9A7D876F987}"/>
              </a:ext>
            </a:extLst>
          </p:cNvPr>
          <p:cNvSpPr>
            <a:spLocks noGrp="1"/>
          </p:cNvSpPr>
          <p:nvPr>
            <p:ph type="sldNum" sz="quarter" idx="12"/>
          </p:nvPr>
        </p:nvSpPr>
        <p:spPr/>
        <p:txBody>
          <a:bodyPr/>
          <a:lstStyle>
            <a:lvl1pPr>
              <a:defRPr/>
            </a:lvl1pPr>
          </a:lstStyle>
          <a:p>
            <a:pPr>
              <a:defRPr/>
            </a:pPr>
            <a:fld id="{0869DF12-808D-2048-AE33-E32C64B35EA1}" type="slidenum">
              <a:rPr lang="en-CA" altLang="en-US"/>
              <a:pPr>
                <a:defRPr/>
              </a:pPr>
              <a:t>‹#›</a:t>
            </a:fld>
            <a:endParaRPr lang="en-CA" altLang="en-US"/>
          </a:p>
        </p:txBody>
      </p:sp>
    </p:spTree>
    <p:extLst>
      <p:ext uri="{BB962C8B-B14F-4D97-AF65-F5344CB8AC3E}">
        <p14:creationId xmlns:p14="http://schemas.microsoft.com/office/powerpoint/2010/main" val="32747318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3017520" y="8763000"/>
            <a:ext cx="18653760"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22219920" y="8763000"/>
            <a:ext cx="18653760" cy="208864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a:extLst>
              <a:ext uri="{FF2B5EF4-FFF2-40B4-BE49-F238E27FC236}">
                <a16:creationId xmlns:a16="http://schemas.microsoft.com/office/drawing/2014/main" id="{BB0612A1-4A0F-5586-F638-28CDB031E383}"/>
              </a:ext>
            </a:extLst>
          </p:cNvPr>
          <p:cNvSpPr>
            <a:spLocks noGrp="1"/>
          </p:cNvSpPr>
          <p:nvPr>
            <p:ph type="dt" sz="half" idx="10"/>
          </p:nvPr>
        </p:nvSpPr>
        <p:spPr/>
        <p:txBody>
          <a:bodyPr/>
          <a:lstStyle>
            <a:lvl1pPr>
              <a:defRPr/>
            </a:lvl1pPr>
          </a:lstStyle>
          <a:p>
            <a:pPr>
              <a:defRPr/>
            </a:pPr>
            <a:fld id="{933CEA44-8D7D-7C4E-9D70-BFA1EAF78199}" type="datetimeFigureOut">
              <a:rPr lang="en-CA"/>
              <a:pPr>
                <a:defRPr/>
              </a:pPr>
              <a:t>2025-07-17</a:t>
            </a:fld>
            <a:endParaRPr lang="en-CA"/>
          </a:p>
        </p:txBody>
      </p:sp>
      <p:sp>
        <p:nvSpPr>
          <p:cNvPr id="6" name="Footer Placeholder 4">
            <a:extLst>
              <a:ext uri="{FF2B5EF4-FFF2-40B4-BE49-F238E27FC236}">
                <a16:creationId xmlns:a16="http://schemas.microsoft.com/office/drawing/2014/main" id="{98E9ECAD-60A5-02FB-A1D1-B265C8B896D4}"/>
              </a:ext>
            </a:extLst>
          </p:cNvPr>
          <p:cNvSpPr>
            <a:spLocks noGrp="1"/>
          </p:cNvSpPr>
          <p:nvPr>
            <p:ph type="ftr" sz="quarter" idx="11"/>
          </p:nvPr>
        </p:nvSpPr>
        <p:spPr/>
        <p:txBody>
          <a:bodyPr/>
          <a:lstStyle>
            <a:lvl1pPr>
              <a:defRPr/>
            </a:lvl1pPr>
          </a:lstStyle>
          <a:p>
            <a:pPr>
              <a:defRPr/>
            </a:pPr>
            <a:endParaRPr lang="en-CA"/>
          </a:p>
        </p:txBody>
      </p:sp>
      <p:sp>
        <p:nvSpPr>
          <p:cNvPr id="7" name="Slide Number Placeholder 5">
            <a:extLst>
              <a:ext uri="{FF2B5EF4-FFF2-40B4-BE49-F238E27FC236}">
                <a16:creationId xmlns:a16="http://schemas.microsoft.com/office/drawing/2014/main" id="{E23765A5-AB2A-369D-0292-DF0A2A1308D2}"/>
              </a:ext>
            </a:extLst>
          </p:cNvPr>
          <p:cNvSpPr>
            <a:spLocks noGrp="1"/>
          </p:cNvSpPr>
          <p:nvPr>
            <p:ph type="sldNum" sz="quarter" idx="12"/>
          </p:nvPr>
        </p:nvSpPr>
        <p:spPr/>
        <p:txBody>
          <a:bodyPr/>
          <a:lstStyle>
            <a:lvl1pPr>
              <a:defRPr/>
            </a:lvl1pPr>
          </a:lstStyle>
          <a:p>
            <a:pPr>
              <a:defRPr/>
            </a:pPr>
            <a:fld id="{4BE3DEFB-CFE2-374D-8A5F-D1E4CFC2D917}" type="slidenum">
              <a:rPr lang="en-CA" altLang="en-US"/>
              <a:pPr>
                <a:defRPr/>
              </a:pPr>
              <a:t>‹#›</a:t>
            </a:fld>
            <a:endParaRPr lang="en-CA" altLang="en-US"/>
          </a:p>
        </p:txBody>
      </p:sp>
    </p:spTree>
    <p:extLst>
      <p:ext uri="{BB962C8B-B14F-4D97-AF65-F5344CB8AC3E}">
        <p14:creationId xmlns:p14="http://schemas.microsoft.com/office/powerpoint/2010/main" val="36120290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3"/>
            <a:ext cx="37856160" cy="6362702"/>
          </a:xfrm>
        </p:spPr>
        <p:txBody>
          <a:bodyPr/>
          <a:lstStyle/>
          <a:p>
            <a:r>
              <a:rPr lang="en-US"/>
              <a:t>Click to edit Master title style</a:t>
            </a:r>
            <a:endParaRPr lang="en-CA"/>
          </a:p>
        </p:txBody>
      </p:sp>
      <p:sp>
        <p:nvSpPr>
          <p:cNvPr id="3" name="Text Placeholder 2"/>
          <p:cNvSpPr>
            <a:spLocks noGrp="1"/>
          </p:cNvSpPr>
          <p:nvPr>
            <p:ph type="body" idx="1"/>
          </p:nvPr>
        </p:nvSpPr>
        <p:spPr>
          <a:xfrm>
            <a:off x="3023239" y="8069582"/>
            <a:ext cx="18568033" cy="3954778"/>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Edit Master text styles</a:t>
            </a:r>
          </a:p>
        </p:txBody>
      </p:sp>
      <p:sp>
        <p:nvSpPr>
          <p:cNvPr id="4" name="Content Placeholder 3"/>
          <p:cNvSpPr>
            <a:spLocks noGrp="1"/>
          </p:cNvSpPr>
          <p:nvPr>
            <p:ph sz="half" idx="2"/>
          </p:nvPr>
        </p:nvSpPr>
        <p:spPr>
          <a:xfrm>
            <a:off x="3023239" y="12024360"/>
            <a:ext cx="18568033"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22219920" y="8069582"/>
            <a:ext cx="18659477" cy="3954778"/>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Edit Master text styles</a:t>
            </a:r>
          </a:p>
        </p:txBody>
      </p:sp>
      <p:sp>
        <p:nvSpPr>
          <p:cNvPr id="6" name="Content Placeholder 5"/>
          <p:cNvSpPr>
            <a:spLocks noGrp="1"/>
          </p:cNvSpPr>
          <p:nvPr>
            <p:ph sz="quarter" idx="4"/>
          </p:nvPr>
        </p:nvSpPr>
        <p:spPr>
          <a:xfrm>
            <a:off x="22219920" y="12024360"/>
            <a:ext cx="18659477" cy="176860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a:extLst>
              <a:ext uri="{FF2B5EF4-FFF2-40B4-BE49-F238E27FC236}">
                <a16:creationId xmlns:a16="http://schemas.microsoft.com/office/drawing/2014/main" id="{7ABB6125-ACCA-0F73-888B-E996726BBF3A}"/>
              </a:ext>
            </a:extLst>
          </p:cNvPr>
          <p:cNvSpPr>
            <a:spLocks noGrp="1"/>
          </p:cNvSpPr>
          <p:nvPr>
            <p:ph type="dt" sz="half" idx="10"/>
          </p:nvPr>
        </p:nvSpPr>
        <p:spPr/>
        <p:txBody>
          <a:bodyPr/>
          <a:lstStyle>
            <a:lvl1pPr>
              <a:defRPr/>
            </a:lvl1pPr>
          </a:lstStyle>
          <a:p>
            <a:pPr>
              <a:defRPr/>
            </a:pPr>
            <a:fld id="{988D812B-33D5-B449-BB0E-A09AA3A95B95}" type="datetimeFigureOut">
              <a:rPr lang="en-CA"/>
              <a:pPr>
                <a:defRPr/>
              </a:pPr>
              <a:t>2025-07-17</a:t>
            </a:fld>
            <a:endParaRPr lang="en-CA"/>
          </a:p>
        </p:txBody>
      </p:sp>
      <p:sp>
        <p:nvSpPr>
          <p:cNvPr id="8" name="Footer Placeholder 4">
            <a:extLst>
              <a:ext uri="{FF2B5EF4-FFF2-40B4-BE49-F238E27FC236}">
                <a16:creationId xmlns:a16="http://schemas.microsoft.com/office/drawing/2014/main" id="{7745056F-7909-BBC9-9F9E-B7DB26A62C7B}"/>
              </a:ext>
            </a:extLst>
          </p:cNvPr>
          <p:cNvSpPr>
            <a:spLocks noGrp="1"/>
          </p:cNvSpPr>
          <p:nvPr>
            <p:ph type="ftr" sz="quarter" idx="11"/>
          </p:nvPr>
        </p:nvSpPr>
        <p:spPr/>
        <p:txBody>
          <a:bodyPr/>
          <a:lstStyle>
            <a:lvl1pPr>
              <a:defRPr/>
            </a:lvl1pPr>
          </a:lstStyle>
          <a:p>
            <a:pPr>
              <a:defRPr/>
            </a:pPr>
            <a:endParaRPr lang="en-CA"/>
          </a:p>
        </p:txBody>
      </p:sp>
      <p:sp>
        <p:nvSpPr>
          <p:cNvPr id="9" name="Slide Number Placeholder 5">
            <a:extLst>
              <a:ext uri="{FF2B5EF4-FFF2-40B4-BE49-F238E27FC236}">
                <a16:creationId xmlns:a16="http://schemas.microsoft.com/office/drawing/2014/main" id="{9AB13F69-9FE5-C816-4B4E-58489E072AF3}"/>
              </a:ext>
            </a:extLst>
          </p:cNvPr>
          <p:cNvSpPr>
            <a:spLocks noGrp="1"/>
          </p:cNvSpPr>
          <p:nvPr>
            <p:ph type="sldNum" sz="quarter" idx="12"/>
          </p:nvPr>
        </p:nvSpPr>
        <p:spPr/>
        <p:txBody>
          <a:bodyPr/>
          <a:lstStyle>
            <a:lvl1pPr>
              <a:defRPr/>
            </a:lvl1pPr>
          </a:lstStyle>
          <a:p>
            <a:pPr>
              <a:defRPr/>
            </a:pPr>
            <a:fld id="{2DAB304F-7030-F841-AFCF-93C78D37FB41}" type="slidenum">
              <a:rPr lang="en-CA" altLang="en-US"/>
              <a:pPr>
                <a:defRPr/>
              </a:pPr>
              <a:t>‹#›</a:t>
            </a:fld>
            <a:endParaRPr lang="en-CA" altLang="en-US"/>
          </a:p>
        </p:txBody>
      </p:sp>
    </p:spTree>
    <p:extLst>
      <p:ext uri="{BB962C8B-B14F-4D97-AF65-F5344CB8AC3E}">
        <p14:creationId xmlns:p14="http://schemas.microsoft.com/office/powerpoint/2010/main" val="2626804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a:extLst>
              <a:ext uri="{FF2B5EF4-FFF2-40B4-BE49-F238E27FC236}">
                <a16:creationId xmlns:a16="http://schemas.microsoft.com/office/drawing/2014/main" id="{951C237C-E71C-45CF-3731-25A0275F7917}"/>
              </a:ext>
            </a:extLst>
          </p:cNvPr>
          <p:cNvSpPr>
            <a:spLocks noGrp="1"/>
          </p:cNvSpPr>
          <p:nvPr>
            <p:ph type="dt" sz="half" idx="10"/>
          </p:nvPr>
        </p:nvSpPr>
        <p:spPr/>
        <p:txBody>
          <a:bodyPr/>
          <a:lstStyle>
            <a:lvl1pPr>
              <a:defRPr/>
            </a:lvl1pPr>
          </a:lstStyle>
          <a:p>
            <a:pPr>
              <a:defRPr/>
            </a:pPr>
            <a:fld id="{A93AE26A-88C9-F84A-A200-F85EEBD1B429}" type="datetimeFigureOut">
              <a:rPr lang="en-CA"/>
              <a:pPr>
                <a:defRPr/>
              </a:pPr>
              <a:t>2025-07-17</a:t>
            </a:fld>
            <a:endParaRPr lang="en-CA"/>
          </a:p>
        </p:txBody>
      </p:sp>
      <p:sp>
        <p:nvSpPr>
          <p:cNvPr id="4" name="Footer Placeholder 4">
            <a:extLst>
              <a:ext uri="{FF2B5EF4-FFF2-40B4-BE49-F238E27FC236}">
                <a16:creationId xmlns:a16="http://schemas.microsoft.com/office/drawing/2014/main" id="{9EB24454-9603-10E6-0B2A-7082EE47F0F1}"/>
              </a:ext>
            </a:extLst>
          </p:cNvPr>
          <p:cNvSpPr>
            <a:spLocks noGrp="1"/>
          </p:cNvSpPr>
          <p:nvPr>
            <p:ph type="ftr" sz="quarter" idx="11"/>
          </p:nvPr>
        </p:nvSpPr>
        <p:spPr/>
        <p:txBody>
          <a:bodyPr/>
          <a:lstStyle>
            <a:lvl1pPr>
              <a:defRPr/>
            </a:lvl1pPr>
          </a:lstStyle>
          <a:p>
            <a:pPr>
              <a:defRPr/>
            </a:pPr>
            <a:endParaRPr lang="en-CA"/>
          </a:p>
        </p:txBody>
      </p:sp>
      <p:sp>
        <p:nvSpPr>
          <p:cNvPr id="5" name="Slide Number Placeholder 5">
            <a:extLst>
              <a:ext uri="{FF2B5EF4-FFF2-40B4-BE49-F238E27FC236}">
                <a16:creationId xmlns:a16="http://schemas.microsoft.com/office/drawing/2014/main" id="{6CBC7D65-7B31-8C2A-D23B-FBA58169CD48}"/>
              </a:ext>
            </a:extLst>
          </p:cNvPr>
          <p:cNvSpPr>
            <a:spLocks noGrp="1"/>
          </p:cNvSpPr>
          <p:nvPr>
            <p:ph type="sldNum" sz="quarter" idx="12"/>
          </p:nvPr>
        </p:nvSpPr>
        <p:spPr/>
        <p:txBody>
          <a:bodyPr/>
          <a:lstStyle>
            <a:lvl1pPr>
              <a:defRPr/>
            </a:lvl1pPr>
          </a:lstStyle>
          <a:p>
            <a:pPr>
              <a:defRPr/>
            </a:pPr>
            <a:fld id="{636CC572-AD72-3047-AFAB-2A19EE0DC58F}" type="slidenum">
              <a:rPr lang="en-CA" altLang="en-US"/>
              <a:pPr>
                <a:defRPr/>
              </a:pPr>
              <a:t>‹#›</a:t>
            </a:fld>
            <a:endParaRPr lang="en-CA" altLang="en-US"/>
          </a:p>
        </p:txBody>
      </p:sp>
    </p:spTree>
    <p:extLst>
      <p:ext uri="{BB962C8B-B14F-4D97-AF65-F5344CB8AC3E}">
        <p14:creationId xmlns:p14="http://schemas.microsoft.com/office/powerpoint/2010/main" val="34796297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6357234-5CAF-8706-88A8-7EB4EE4A8779}"/>
              </a:ext>
            </a:extLst>
          </p:cNvPr>
          <p:cNvSpPr>
            <a:spLocks noGrp="1"/>
          </p:cNvSpPr>
          <p:nvPr>
            <p:ph type="dt" sz="half" idx="10"/>
          </p:nvPr>
        </p:nvSpPr>
        <p:spPr/>
        <p:txBody>
          <a:bodyPr/>
          <a:lstStyle>
            <a:lvl1pPr>
              <a:defRPr/>
            </a:lvl1pPr>
          </a:lstStyle>
          <a:p>
            <a:pPr>
              <a:defRPr/>
            </a:pPr>
            <a:fld id="{7CE4AB8B-E92D-FE4F-9C75-210A3AC9535A}" type="datetimeFigureOut">
              <a:rPr lang="en-CA"/>
              <a:pPr>
                <a:defRPr/>
              </a:pPr>
              <a:t>2025-07-17</a:t>
            </a:fld>
            <a:endParaRPr lang="en-CA"/>
          </a:p>
        </p:txBody>
      </p:sp>
      <p:sp>
        <p:nvSpPr>
          <p:cNvPr id="3" name="Footer Placeholder 4">
            <a:extLst>
              <a:ext uri="{FF2B5EF4-FFF2-40B4-BE49-F238E27FC236}">
                <a16:creationId xmlns:a16="http://schemas.microsoft.com/office/drawing/2014/main" id="{754FAFCA-F060-469E-88FF-1CDA28F81301}"/>
              </a:ext>
            </a:extLst>
          </p:cNvPr>
          <p:cNvSpPr>
            <a:spLocks noGrp="1"/>
          </p:cNvSpPr>
          <p:nvPr>
            <p:ph type="ftr" sz="quarter" idx="11"/>
          </p:nvPr>
        </p:nvSpPr>
        <p:spPr/>
        <p:txBody>
          <a:bodyPr/>
          <a:lstStyle>
            <a:lvl1pPr>
              <a:defRPr/>
            </a:lvl1pPr>
          </a:lstStyle>
          <a:p>
            <a:pPr>
              <a:defRPr/>
            </a:pPr>
            <a:endParaRPr lang="en-CA"/>
          </a:p>
        </p:txBody>
      </p:sp>
      <p:sp>
        <p:nvSpPr>
          <p:cNvPr id="4" name="Slide Number Placeholder 5">
            <a:extLst>
              <a:ext uri="{FF2B5EF4-FFF2-40B4-BE49-F238E27FC236}">
                <a16:creationId xmlns:a16="http://schemas.microsoft.com/office/drawing/2014/main" id="{6DDF8152-58BD-40B5-F48A-B5C9EC93FB47}"/>
              </a:ext>
            </a:extLst>
          </p:cNvPr>
          <p:cNvSpPr>
            <a:spLocks noGrp="1"/>
          </p:cNvSpPr>
          <p:nvPr>
            <p:ph type="sldNum" sz="quarter" idx="12"/>
          </p:nvPr>
        </p:nvSpPr>
        <p:spPr/>
        <p:txBody>
          <a:bodyPr/>
          <a:lstStyle>
            <a:lvl1pPr>
              <a:defRPr/>
            </a:lvl1pPr>
          </a:lstStyle>
          <a:p>
            <a:pPr>
              <a:defRPr/>
            </a:pPr>
            <a:fld id="{79746D48-D78E-E84C-B628-02150C468B40}" type="slidenum">
              <a:rPr lang="en-CA" altLang="en-US"/>
              <a:pPr>
                <a:defRPr/>
              </a:pPr>
              <a:t>‹#›</a:t>
            </a:fld>
            <a:endParaRPr lang="en-CA" altLang="en-US"/>
          </a:p>
        </p:txBody>
      </p:sp>
    </p:spTree>
    <p:extLst>
      <p:ext uri="{BB962C8B-B14F-4D97-AF65-F5344CB8AC3E}">
        <p14:creationId xmlns:p14="http://schemas.microsoft.com/office/powerpoint/2010/main" val="21128419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9" y="2194560"/>
            <a:ext cx="14156053" cy="7680960"/>
          </a:xfrm>
        </p:spPr>
        <p:txBody>
          <a:bodyPr anchor="b"/>
          <a:lstStyle>
            <a:lvl1pPr>
              <a:defRPr sz="11520"/>
            </a:lvl1pPr>
          </a:lstStyle>
          <a:p>
            <a:r>
              <a:rPr lang="en-US"/>
              <a:t>Click to edit Master title style</a:t>
            </a:r>
            <a:endParaRPr lang="en-CA"/>
          </a:p>
        </p:txBody>
      </p:sp>
      <p:sp>
        <p:nvSpPr>
          <p:cNvPr id="3" name="Content Placeholder 2"/>
          <p:cNvSpPr>
            <a:spLocks noGrp="1"/>
          </p:cNvSpPr>
          <p:nvPr>
            <p:ph idx="1"/>
          </p:nvPr>
        </p:nvSpPr>
        <p:spPr>
          <a:xfrm>
            <a:off x="18659477" y="4739642"/>
            <a:ext cx="22219920" cy="233934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3023239" y="9875520"/>
            <a:ext cx="14156053" cy="18295622"/>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Edit Master text styles</a:t>
            </a:r>
          </a:p>
        </p:txBody>
      </p:sp>
      <p:sp>
        <p:nvSpPr>
          <p:cNvPr id="5" name="Date Placeholder 3">
            <a:extLst>
              <a:ext uri="{FF2B5EF4-FFF2-40B4-BE49-F238E27FC236}">
                <a16:creationId xmlns:a16="http://schemas.microsoft.com/office/drawing/2014/main" id="{FE23C9D7-E970-54B0-8AFF-0BEEC12E8D59}"/>
              </a:ext>
            </a:extLst>
          </p:cNvPr>
          <p:cNvSpPr>
            <a:spLocks noGrp="1"/>
          </p:cNvSpPr>
          <p:nvPr>
            <p:ph type="dt" sz="half" idx="10"/>
          </p:nvPr>
        </p:nvSpPr>
        <p:spPr/>
        <p:txBody>
          <a:bodyPr/>
          <a:lstStyle>
            <a:lvl1pPr>
              <a:defRPr/>
            </a:lvl1pPr>
          </a:lstStyle>
          <a:p>
            <a:pPr>
              <a:defRPr/>
            </a:pPr>
            <a:fld id="{65751BF4-1618-4A4A-A2D8-CA5A3F2FAB2E}" type="datetimeFigureOut">
              <a:rPr lang="en-CA"/>
              <a:pPr>
                <a:defRPr/>
              </a:pPr>
              <a:t>2025-07-17</a:t>
            </a:fld>
            <a:endParaRPr lang="en-CA"/>
          </a:p>
        </p:txBody>
      </p:sp>
      <p:sp>
        <p:nvSpPr>
          <p:cNvPr id="6" name="Footer Placeholder 4">
            <a:extLst>
              <a:ext uri="{FF2B5EF4-FFF2-40B4-BE49-F238E27FC236}">
                <a16:creationId xmlns:a16="http://schemas.microsoft.com/office/drawing/2014/main" id="{B3DD08D6-B1D1-99B0-6AE5-BB3E36D858DA}"/>
              </a:ext>
            </a:extLst>
          </p:cNvPr>
          <p:cNvSpPr>
            <a:spLocks noGrp="1"/>
          </p:cNvSpPr>
          <p:nvPr>
            <p:ph type="ftr" sz="quarter" idx="11"/>
          </p:nvPr>
        </p:nvSpPr>
        <p:spPr/>
        <p:txBody>
          <a:bodyPr/>
          <a:lstStyle>
            <a:lvl1pPr>
              <a:defRPr/>
            </a:lvl1pPr>
          </a:lstStyle>
          <a:p>
            <a:pPr>
              <a:defRPr/>
            </a:pPr>
            <a:endParaRPr lang="en-CA"/>
          </a:p>
        </p:txBody>
      </p:sp>
      <p:sp>
        <p:nvSpPr>
          <p:cNvPr id="7" name="Slide Number Placeholder 5">
            <a:extLst>
              <a:ext uri="{FF2B5EF4-FFF2-40B4-BE49-F238E27FC236}">
                <a16:creationId xmlns:a16="http://schemas.microsoft.com/office/drawing/2014/main" id="{7C28937F-A171-A6EC-733E-4FE768DEA644}"/>
              </a:ext>
            </a:extLst>
          </p:cNvPr>
          <p:cNvSpPr>
            <a:spLocks noGrp="1"/>
          </p:cNvSpPr>
          <p:nvPr>
            <p:ph type="sldNum" sz="quarter" idx="12"/>
          </p:nvPr>
        </p:nvSpPr>
        <p:spPr/>
        <p:txBody>
          <a:bodyPr/>
          <a:lstStyle>
            <a:lvl1pPr>
              <a:defRPr/>
            </a:lvl1pPr>
          </a:lstStyle>
          <a:p>
            <a:pPr>
              <a:defRPr/>
            </a:pPr>
            <a:fld id="{78936501-E8ED-1C43-94CD-A83F5C6CBB39}" type="slidenum">
              <a:rPr lang="en-CA" altLang="en-US"/>
              <a:pPr>
                <a:defRPr/>
              </a:pPr>
              <a:t>‹#›</a:t>
            </a:fld>
            <a:endParaRPr lang="en-CA" altLang="en-US"/>
          </a:p>
        </p:txBody>
      </p:sp>
    </p:spTree>
    <p:extLst>
      <p:ext uri="{BB962C8B-B14F-4D97-AF65-F5344CB8AC3E}">
        <p14:creationId xmlns:p14="http://schemas.microsoft.com/office/powerpoint/2010/main" val="22591517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9" y="2194560"/>
            <a:ext cx="14156053" cy="7680960"/>
          </a:xfrm>
        </p:spPr>
        <p:txBody>
          <a:bodyPr anchor="b"/>
          <a:lstStyle>
            <a:lvl1pPr>
              <a:defRPr sz="11520"/>
            </a:lvl1pPr>
          </a:lstStyle>
          <a:p>
            <a:r>
              <a:rPr lang="en-US"/>
              <a:t>Click to edit Master title style</a:t>
            </a:r>
            <a:endParaRPr lang="en-CA"/>
          </a:p>
        </p:txBody>
      </p:sp>
      <p:sp>
        <p:nvSpPr>
          <p:cNvPr id="3" name="Picture Placeholder 2"/>
          <p:cNvSpPr>
            <a:spLocks noGrp="1"/>
          </p:cNvSpPr>
          <p:nvPr>
            <p:ph type="pic" idx="1"/>
          </p:nvPr>
        </p:nvSpPr>
        <p:spPr>
          <a:xfrm>
            <a:off x="18659477" y="4739642"/>
            <a:ext cx="22219920" cy="23393400"/>
          </a:xfrm>
        </p:spPr>
        <p:txBody>
          <a:bodyPr rtlCol="0">
            <a:normAutofit/>
          </a:bodyPr>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pPr lvl="0"/>
            <a:endParaRPr lang="en-CA" noProof="0"/>
          </a:p>
        </p:txBody>
      </p:sp>
      <p:sp>
        <p:nvSpPr>
          <p:cNvPr id="4" name="Text Placeholder 3"/>
          <p:cNvSpPr>
            <a:spLocks noGrp="1"/>
          </p:cNvSpPr>
          <p:nvPr>
            <p:ph type="body" sz="half" idx="2"/>
          </p:nvPr>
        </p:nvSpPr>
        <p:spPr>
          <a:xfrm>
            <a:off x="3023239" y="9875520"/>
            <a:ext cx="14156053" cy="18295622"/>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Edit Master text styles</a:t>
            </a:r>
          </a:p>
        </p:txBody>
      </p:sp>
      <p:sp>
        <p:nvSpPr>
          <p:cNvPr id="5" name="Date Placeholder 3">
            <a:extLst>
              <a:ext uri="{FF2B5EF4-FFF2-40B4-BE49-F238E27FC236}">
                <a16:creationId xmlns:a16="http://schemas.microsoft.com/office/drawing/2014/main" id="{BF9E8642-1566-4C83-E75F-A99A147E536D}"/>
              </a:ext>
            </a:extLst>
          </p:cNvPr>
          <p:cNvSpPr>
            <a:spLocks noGrp="1"/>
          </p:cNvSpPr>
          <p:nvPr>
            <p:ph type="dt" sz="half" idx="10"/>
          </p:nvPr>
        </p:nvSpPr>
        <p:spPr/>
        <p:txBody>
          <a:bodyPr/>
          <a:lstStyle>
            <a:lvl1pPr>
              <a:defRPr/>
            </a:lvl1pPr>
          </a:lstStyle>
          <a:p>
            <a:pPr>
              <a:defRPr/>
            </a:pPr>
            <a:fld id="{D0EB84E6-EA8B-A547-9FF2-45E3062A7B16}" type="datetimeFigureOut">
              <a:rPr lang="en-CA"/>
              <a:pPr>
                <a:defRPr/>
              </a:pPr>
              <a:t>2025-07-17</a:t>
            </a:fld>
            <a:endParaRPr lang="en-CA"/>
          </a:p>
        </p:txBody>
      </p:sp>
      <p:sp>
        <p:nvSpPr>
          <p:cNvPr id="6" name="Footer Placeholder 4">
            <a:extLst>
              <a:ext uri="{FF2B5EF4-FFF2-40B4-BE49-F238E27FC236}">
                <a16:creationId xmlns:a16="http://schemas.microsoft.com/office/drawing/2014/main" id="{2356ABBD-1D79-2DD4-6924-372939C299B4}"/>
              </a:ext>
            </a:extLst>
          </p:cNvPr>
          <p:cNvSpPr>
            <a:spLocks noGrp="1"/>
          </p:cNvSpPr>
          <p:nvPr>
            <p:ph type="ftr" sz="quarter" idx="11"/>
          </p:nvPr>
        </p:nvSpPr>
        <p:spPr/>
        <p:txBody>
          <a:bodyPr/>
          <a:lstStyle>
            <a:lvl1pPr>
              <a:defRPr/>
            </a:lvl1pPr>
          </a:lstStyle>
          <a:p>
            <a:pPr>
              <a:defRPr/>
            </a:pPr>
            <a:endParaRPr lang="en-CA"/>
          </a:p>
        </p:txBody>
      </p:sp>
      <p:sp>
        <p:nvSpPr>
          <p:cNvPr id="7" name="Slide Number Placeholder 5">
            <a:extLst>
              <a:ext uri="{FF2B5EF4-FFF2-40B4-BE49-F238E27FC236}">
                <a16:creationId xmlns:a16="http://schemas.microsoft.com/office/drawing/2014/main" id="{EF41A8D9-5771-9222-99D9-5214AAF24599}"/>
              </a:ext>
            </a:extLst>
          </p:cNvPr>
          <p:cNvSpPr>
            <a:spLocks noGrp="1"/>
          </p:cNvSpPr>
          <p:nvPr>
            <p:ph type="sldNum" sz="quarter" idx="12"/>
          </p:nvPr>
        </p:nvSpPr>
        <p:spPr/>
        <p:txBody>
          <a:bodyPr/>
          <a:lstStyle>
            <a:lvl1pPr>
              <a:defRPr/>
            </a:lvl1pPr>
          </a:lstStyle>
          <a:p>
            <a:pPr>
              <a:defRPr/>
            </a:pPr>
            <a:fld id="{0777D8A5-E2F6-7746-BD40-B644CC4AE45A}" type="slidenum">
              <a:rPr lang="en-CA" altLang="en-US"/>
              <a:pPr>
                <a:defRPr/>
              </a:pPr>
              <a:t>‹#›</a:t>
            </a:fld>
            <a:endParaRPr lang="en-CA" altLang="en-US"/>
          </a:p>
        </p:txBody>
      </p:sp>
    </p:spTree>
    <p:extLst>
      <p:ext uri="{BB962C8B-B14F-4D97-AF65-F5344CB8AC3E}">
        <p14:creationId xmlns:p14="http://schemas.microsoft.com/office/powerpoint/2010/main" val="10812870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574E28E-64A9-7932-B433-FE980ACA9AF0}"/>
              </a:ext>
            </a:extLst>
          </p:cNvPr>
          <p:cNvSpPr>
            <a:spLocks noGrp="1"/>
          </p:cNvSpPr>
          <p:nvPr>
            <p:ph type="dt" sz="half" idx="10"/>
          </p:nvPr>
        </p:nvSpPr>
        <p:spPr/>
        <p:txBody>
          <a:bodyPr/>
          <a:lstStyle>
            <a:lvl1pPr>
              <a:defRPr/>
            </a:lvl1pPr>
          </a:lstStyle>
          <a:p>
            <a:pPr>
              <a:defRPr/>
            </a:pPr>
            <a:fld id="{67035FFF-A086-604F-8C19-6A2BEC1FCDED}" type="datetimeFigureOut">
              <a:rPr lang="en-CA"/>
              <a:pPr>
                <a:defRPr/>
              </a:pPr>
              <a:t>2025-07-17</a:t>
            </a:fld>
            <a:endParaRPr lang="en-CA"/>
          </a:p>
        </p:txBody>
      </p:sp>
      <p:sp>
        <p:nvSpPr>
          <p:cNvPr id="5" name="Footer Placeholder 4">
            <a:extLst>
              <a:ext uri="{FF2B5EF4-FFF2-40B4-BE49-F238E27FC236}">
                <a16:creationId xmlns:a16="http://schemas.microsoft.com/office/drawing/2014/main" id="{D52F3077-9247-BB2E-070D-86581512EC1C}"/>
              </a:ext>
            </a:extLst>
          </p:cNvPr>
          <p:cNvSpPr>
            <a:spLocks noGrp="1"/>
          </p:cNvSpPr>
          <p:nvPr>
            <p:ph type="ftr" sz="quarter" idx="11"/>
          </p:nvPr>
        </p:nvSpPr>
        <p:spPr/>
        <p:txBody>
          <a:bodyPr/>
          <a:lstStyle>
            <a:lvl1pPr>
              <a:defRPr/>
            </a:lvl1pPr>
          </a:lstStyle>
          <a:p>
            <a:pPr>
              <a:defRPr/>
            </a:pPr>
            <a:endParaRPr lang="en-CA"/>
          </a:p>
        </p:txBody>
      </p:sp>
      <p:sp>
        <p:nvSpPr>
          <p:cNvPr id="6" name="Slide Number Placeholder 5">
            <a:extLst>
              <a:ext uri="{FF2B5EF4-FFF2-40B4-BE49-F238E27FC236}">
                <a16:creationId xmlns:a16="http://schemas.microsoft.com/office/drawing/2014/main" id="{F5331E48-A3CF-49F3-BB5B-B214A24AC61A}"/>
              </a:ext>
            </a:extLst>
          </p:cNvPr>
          <p:cNvSpPr>
            <a:spLocks noGrp="1"/>
          </p:cNvSpPr>
          <p:nvPr>
            <p:ph type="sldNum" sz="quarter" idx="12"/>
          </p:nvPr>
        </p:nvSpPr>
        <p:spPr/>
        <p:txBody>
          <a:bodyPr/>
          <a:lstStyle>
            <a:lvl1pPr>
              <a:defRPr/>
            </a:lvl1pPr>
          </a:lstStyle>
          <a:p>
            <a:pPr>
              <a:defRPr/>
            </a:pPr>
            <a:fld id="{2AFFE911-CE72-D949-BCF2-2B7025C70580}" type="slidenum">
              <a:rPr lang="en-CA" altLang="en-US"/>
              <a:pPr>
                <a:defRPr/>
              </a:pPr>
              <a:t>‹#›</a:t>
            </a:fld>
            <a:endParaRPr lang="en-CA" altLang="en-US"/>
          </a:p>
        </p:txBody>
      </p:sp>
    </p:spTree>
    <p:extLst>
      <p:ext uri="{BB962C8B-B14F-4D97-AF65-F5344CB8AC3E}">
        <p14:creationId xmlns:p14="http://schemas.microsoft.com/office/powerpoint/2010/main" val="30794318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0" y="1752600"/>
            <a:ext cx="9464040" cy="27896822"/>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3017520" y="1752600"/>
            <a:ext cx="27843480" cy="2789682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7EFFF76-475D-F7F2-BF1C-5605B1FFF4AF}"/>
              </a:ext>
            </a:extLst>
          </p:cNvPr>
          <p:cNvSpPr>
            <a:spLocks noGrp="1"/>
          </p:cNvSpPr>
          <p:nvPr>
            <p:ph type="dt" sz="half" idx="10"/>
          </p:nvPr>
        </p:nvSpPr>
        <p:spPr/>
        <p:txBody>
          <a:bodyPr/>
          <a:lstStyle>
            <a:lvl1pPr>
              <a:defRPr/>
            </a:lvl1pPr>
          </a:lstStyle>
          <a:p>
            <a:pPr>
              <a:defRPr/>
            </a:pPr>
            <a:fld id="{C53F93B5-9954-F049-AD46-0EF28912EB88}" type="datetimeFigureOut">
              <a:rPr lang="en-CA"/>
              <a:pPr>
                <a:defRPr/>
              </a:pPr>
              <a:t>2025-07-17</a:t>
            </a:fld>
            <a:endParaRPr lang="en-CA"/>
          </a:p>
        </p:txBody>
      </p:sp>
      <p:sp>
        <p:nvSpPr>
          <p:cNvPr id="5" name="Footer Placeholder 4">
            <a:extLst>
              <a:ext uri="{FF2B5EF4-FFF2-40B4-BE49-F238E27FC236}">
                <a16:creationId xmlns:a16="http://schemas.microsoft.com/office/drawing/2014/main" id="{BF447DB6-C86A-50B2-1F50-6BB983ACD0E5}"/>
              </a:ext>
            </a:extLst>
          </p:cNvPr>
          <p:cNvSpPr>
            <a:spLocks noGrp="1"/>
          </p:cNvSpPr>
          <p:nvPr>
            <p:ph type="ftr" sz="quarter" idx="11"/>
          </p:nvPr>
        </p:nvSpPr>
        <p:spPr/>
        <p:txBody>
          <a:bodyPr/>
          <a:lstStyle>
            <a:lvl1pPr>
              <a:defRPr/>
            </a:lvl1pPr>
          </a:lstStyle>
          <a:p>
            <a:pPr>
              <a:defRPr/>
            </a:pPr>
            <a:endParaRPr lang="en-CA"/>
          </a:p>
        </p:txBody>
      </p:sp>
      <p:sp>
        <p:nvSpPr>
          <p:cNvPr id="6" name="Slide Number Placeholder 5">
            <a:extLst>
              <a:ext uri="{FF2B5EF4-FFF2-40B4-BE49-F238E27FC236}">
                <a16:creationId xmlns:a16="http://schemas.microsoft.com/office/drawing/2014/main" id="{8F1F0D22-9775-42DF-9DF2-13BC73A0DE5F}"/>
              </a:ext>
            </a:extLst>
          </p:cNvPr>
          <p:cNvSpPr>
            <a:spLocks noGrp="1"/>
          </p:cNvSpPr>
          <p:nvPr>
            <p:ph type="sldNum" sz="quarter" idx="12"/>
          </p:nvPr>
        </p:nvSpPr>
        <p:spPr/>
        <p:txBody>
          <a:bodyPr/>
          <a:lstStyle>
            <a:lvl1pPr>
              <a:defRPr/>
            </a:lvl1pPr>
          </a:lstStyle>
          <a:p>
            <a:pPr>
              <a:defRPr/>
            </a:pPr>
            <a:fld id="{E548E6C1-4573-DC4C-AB50-63417CB44545}" type="slidenum">
              <a:rPr lang="en-CA" altLang="en-US"/>
              <a:pPr>
                <a:defRPr/>
              </a:pPr>
              <a:t>‹#›</a:t>
            </a:fld>
            <a:endParaRPr lang="en-CA" altLang="en-US"/>
          </a:p>
        </p:txBody>
      </p:sp>
    </p:spTree>
    <p:extLst>
      <p:ext uri="{BB962C8B-B14F-4D97-AF65-F5344CB8AC3E}">
        <p14:creationId xmlns:p14="http://schemas.microsoft.com/office/powerpoint/2010/main" val="3208748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6A737B"/>
        </a:solidFill>
        <a:effectLst/>
      </p:bgPr>
    </p:bg>
    <p:spTree>
      <p:nvGrpSpPr>
        <p:cNvPr id="1" name=""/>
        <p:cNvGrpSpPr/>
        <p:nvPr/>
      </p:nvGrpSpPr>
      <p:grpSpPr>
        <a:xfrm>
          <a:off x="0" y="0"/>
          <a:ext cx="0" cy="0"/>
          <a:chOff x="0" y="0"/>
          <a:chExt cx="0" cy="0"/>
        </a:xfrm>
      </p:grpSpPr>
      <p:sp>
        <p:nvSpPr>
          <p:cNvPr id="1026" name="Rectangle 36">
            <a:extLst>
              <a:ext uri="{FF2B5EF4-FFF2-40B4-BE49-F238E27FC236}">
                <a16:creationId xmlns:a16="http://schemas.microsoft.com/office/drawing/2014/main" id="{C3ED6DD5-1268-83C3-E829-72C16B62BCD7}"/>
              </a:ext>
            </a:extLst>
          </p:cNvPr>
          <p:cNvSpPr>
            <a:spLocks noChangeArrowheads="1"/>
          </p:cNvSpPr>
          <p:nvPr userDrawn="1"/>
        </p:nvSpPr>
        <p:spPr bwMode="auto">
          <a:xfrm>
            <a:off x="0" y="0"/>
            <a:ext cx="43891200" cy="4800600"/>
          </a:xfrm>
          <a:prstGeom prst="rect">
            <a:avLst/>
          </a:prstGeom>
          <a:solidFill>
            <a:schemeClr val="tx2"/>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
        <p:nvSpPr>
          <p:cNvPr id="1027" name="Rectangle 15">
            <a:extLst>
              <a:ext uri="{FF2B5EF4-FFF2-40B4-BE49-F238E27FC236}">
                <a16:creationId xmlns:a16="http://schemas.microsoft.com/office/drawing/2014/main" id="{85609ED2-8099-2539-7C04-F895FE92B983}"/>
              </a:ext>
            </a:extLst>
          </p:cNvPr>
          <p:cNvSpPr>
            <a:spLocks noGrp="1" noChangeArrowheads="1"/>
          </p:cNvSpPr>
          <p:nvPr>
            <p:ph type="title"/>
          </p:nvPr>
        </p:nvSpPr>
        <p:spPr bwMode="auto">
          <a:xfrm>
            <a:off x="960438" y="1273175"/>
            <a:ext cx="41924287" cy="220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267" tIns="45624" rIns="91267" bIns="45624" numCol="1" anchor="ctr" anchorCtr="0" compatLnSpc="1">
            <a:prstTxWarp prst="textNoShape">
              <a:avLst/>
            </a:prstTxWarp>
          </a:bodyPr>
          <a:lstStyle/>
          <a:p>
            <a:pPr lvl="0"/>
            <a:r>
              <a:rPr lang="en-US" altLang="en-US"/>
              <a:t>Click to edit Master title style</a:t>
            </a:r>
          </a:p>
        </p:txBody>
      </p:sp>
      <p:sp>
        <p:nvSpPr>
          <p:cNvPr id="1029" name="Rectangle 25">
            <a:extLst>
              <a:ext uri="{FF2B5EF4-FFF2-40B4-BE49-F238E27FC236}">
                <a16:creationId xmlns:a16="http://schemas.microsoft.com/office/drawing/2014/main" id="{40BB988A-7FA5-4EC0-D446-D803397155DB}"/>
              </a:ext>
            </a:extLst>
          </p:cNvPr>
          <p:cNvSpPr>
            <a:spLocks noChangeArrowheads="1"/>
          </p:cNvSpPr>
          <p:nvPr userDrawn="1"/>
        </p:nvSpPr>
        <p:spPr bwMode="auto">
          <a:xfrm>
            <a:off x="0" y="0"/>
            <a:ext cx="43891200" cy="32918400"/>
          </a:xfrm>
          <a:prstGeom prst="rect">
            <a:avLst/>
          </a:prstGeom>
          <a:noFill/>
          <a:ln w="3175">
            <a:solidFill>
              <a:schemeClr val="tx2"/>
            </a:solidFill>
            <a:miter lim="800000"/>
            <a:headEnd/>
            <a:tailEnd/>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ctr" rtl="0" eaLnBrk="0" fontAlgn="base" hangingPunct="0">
        <a:spcBef>
          <a:spcPct val="0"/>
        </a:spcBef>
        <a:spcAft>
          <a:spcPct val="0"/>
        </a:spcAft>
        <a:defRPr sz="8600">
          <a:solidFill>
            <a:srgbClr val="FFFFFF"/>
          </a:solidFill>
          <a:latin typeface="+mj-lt"/>
          <a:ea typeface="MS PGothic" panose="020B0600070205080204" pitchFamily="34" charset="-128"/>
          <a:cs typeface="+mj-cs"/>
        </a:defRPr>
      </a:lvl1pPr>
      <a:lvl2pPr algn="ctr" rtl="0" eaLnBrk="0" fontAlgn="base" hangingPunct="0">
        <a:spcBef>
          <a:spcPct val="0"/>
        </a:spcBef>
        <a:spcAft>
          <a:spcPct val="0"/>
        </a:spcAft>
        <a:defRPr sz="8600">
          <a:solidFill>
            <a:srgbClr val="FFFFFF"/>
          </a:solidFill>
          <a:latin typeface="Arial Black" pitchFamily="34" charset="0"/>
          <a:ea typeface="MS PGothic" panose="020B0600070205080204" pitchFamily="34" charset="-128"/>
        </a:defRPr>
      </a:lvl2pPr>
      <a:lvl3pPr algn="ctr" rtl="0" eaLnBrk="0" fontAlgn="base" hangingPunct="0">
        <a:spcBef>
          <a:spcPct val="0"/>
        </a:spcBef>
        <a:spcAft>
          <a:spcPct val="0"/>
        </a:spcAft>
        <a:defRPr sz="8600">
          <a:solidFill>
            <a:srgbClr val="FFFFFF"/>
          </a:solidFill>
          <a:latin typeface="Arial Black" pitchFamily="34" charset="0"/>
          <a:ea typeface="MS PGothic" panose="020B0600070205080204" pitchFamily="34" charset="-128"/>
        </a:defRPr>
      </a:lvl3pPr>
      <a:lvl4pPr algn="ctr" rtl="0" eaLnBrk="0" fontAlgn="base" hangingPunct="0">
        <a:spcBef>
          <a:spcPct val="0"/>
        </a:spcBef>
        <a:spcAft>
          <a:spcPct val="0"/>
        </a:spcAft>
        <a:defRPr sz="8600">
          <a:solidFill>
            <a:srgbClr val="FFFFFF"/>
          </a:solidFill>
          <a:latin typeface="Arial Black" pitchFamily="34" charset="0"/>
          <a:ea typeface="MS PGothic" panose="020B0600070205080204" pitchFamily="34" charset="-128"/>
        </a:defRPr>
      </a:lvl4pPr>
      <a:lvl5pPr algn="ctr" rtl="0" eaLnBrk="0" fontAlgn="base" hangingPunct="0">
        <a:spcBef>
          <a:spcPct val="0"/>
        </a:spcBef>
        <a:spcAft>
          <a:spcPct val="0"/>
        </a:spcAft>
        <a:defRPr sz="8600">
          <a:solidFill>
            <a:srgbClr val="FFFFFF"/>
          </a:solidFill>
          <a:latin typeface="Arial Black" pitchFamily="34" charset="0"/>
          <a:ea typeface="MS PGothic" panose="020B0600070205080204" pitchFamily="34" charset="-128"/>
        </a:defRPr>
      </a:lvl5pPr>
      <a:lvl6pPr marL="457200" algn="ctr" rtl="0" fontAlgn="base">
        <a:spcBef>
          <a:spcPct val="0"/>
        </a:spcBef>
        <a:spcAft>
          <a:spcPct val="0"/>
        </a:spcAft>
        <a:defRPr sz="8600">
          <a:solidFill>
            <a:srgbClr val="FFFFFF"/>
          </a:solidFill>
          <a:latin typeface="Arial Black" pitchFamily="34" charset="0"/>
        </a:defRPr>
      </a:lvl6pPr>
      <a:lvl7pPr marL="914400" algn="ctr" rtl="0" fontAlgn="base">
        <a:spcBef>
          <a:spcPct val="0"/>
        </a:spcBef>
        <a:spcAft>
          <a:spcPct val="0"/>
        </a:spcAft>
        <a:defRPr sz="8600">
          <a:solidFill>
            <a:srgbClr val="FFFFFF"/>
          </a:solidFill>
          <a:latin typeface="Arial Black" pitchFamily="34" charset="0"/>
        </a:defRPr>
      </a:lvl7pPr>
      <a:lvl8pPr marL="1371600" algn="ctr" rtl="0" fontAlgn="base">
        <a:spcBef>
          <a:spcPct val="0"/>
        </a:spcBef>
        <a:spcAft>
          <a:spcPct val="0"/>
        </a:spcAft>
        <a:defRPr sz="8600">
          <a:solidFill>
            <a:srgbClr val="FFFFFF"/>
          </a:solidFill>
          <a:latin typeface="Arial Black" pitchFamily="34" charset="0"/>
        </a:defRPr>
      </a:lvl8pPr>
      <a:lvl9pPr marL="1828800" algn="ctr" rtl="0" fontAlgn="base">
        <a:spcBef>
          <a:spcPct val="0"/>
        </a:spcBef>
        <a:spcAft>
          <a:spcPct val="0"/>
        </a:spcAft>
        <a:defRPr sz="8600">
          <a:solidFill>
            <a:srgbClr val="FFFFFF"/>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S PGothic" panose="020B0600070205080204" pitchFamily="34" charset="-128"/>
          <a:cs typeface="+mn-cs"/>
        </a:defRPr>
      </a:lvl1pPr>
      <a:lvl2pPr marL="739775" indent="-282575" algn="l" rtl="0" eaLnBrk="0" fontAlgn="base" hangingPunct="0">
        <a:spcBef>
          <a:spcPct val="20000"/>
        </a:spcBef>
        <a:spcAft>
          <a:spcPct val="0"/>
        </a:spcAft>
        <a:buChar char="–"/>
        <a:defRPr sz="29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19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1900">
          <a:solidFill>
            <a:schemeClr val="tx1"/>
          </a:solidFill>
          <a:latin typeface="+mn-lt"/>
          <a:ea typeface="MS PGothic" panose="020B0600070205080204" pitchFamily="34" charset="-128"/>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90C4B97-6F4A-B93B-8740-5E2739103D92}"/>
              </a:ext>
            </a:extLst>
          </p:cNvPr>
          <p:cNvSpPr>
            <a:spLocks noChangeArrowheads="1"/>
          </p:cNvSpPr>
          <p:nvPr userDrawn="1"/>
        </p:nvSpPr>
        <p:spPr bwMode="auto">
          <a:xfrm>
            <a:off x="0" y="0"/>
            <a:ext cx="43891200" cy="4800600"/>
          </a:xfrm>
          <a:prstGeom prst="rect">
            <a:avLst/>
          </a:prstGeom>
          <a:solidFill>
            <a:schemeClr val="accent1"/>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
        <p:nvSpPr>
          <p:cNvPr id="2051" name="Rectangle 3">
            <a:extLst>
              <a:ext uri="{FF2B5EF4-FFF2-40B4-BE49-F238E27FC236}">
                <a16:creationId xmlns:a16="http://schemas.microsoft.com/office/drawing/2014/main" id="{57E93196-571E-1EC6-A519-B97EFE98B2A2}"/>
              </a:ext>
            </a:extLst>
          </p:cNvPr>
          <p:cNvSpPr>
            <a:spLocks noChangeArrowheads="1"/>
          </p:cNvSpPr>
          <p:nvPr userDrawn="1"/>
        </p:nvSpPr>
        <p:spPr bwMode="auto">
          <a:xfrm>
            <a:off x="693738" y="5638800"/>
            <a:ext cx="9974262" cy="26563638"/>
          </a:xfrm>
          <a:prstGeom prst="rect">
            <a:avLst/>
          </a:prstGeom>
          <a:solidFill>
            <a:schemeClr val="accent1"/>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
        <p:nvSpPr>
          <p:cNvPr id="2052" name="Rectangle 4">
            <a:extLst>
              <a:ext uri="{FF2B5EF4-FFF2-40B4-BE49-F238E27FC236}">
                <a16:creationId xmlns:a16="http://schemas.microsoft.com/office/drawing/2014/main" id="{2C8C5EE6-0D96-BA9E-B66E-5053999A6029}"/>
              </a:ext>
            </a:extLst>
          </p:cNvPr>
          <p:cNvSpPr>
            <a:spLocks noChangeArrowheads="1"/>
          </p:cNvSpPr>
          <p:nvPr userDrawn="1"/>
        </p:nvSpPr>
        <p:spPr bwMode="auto">
          <a:xfrm>
            <a:off x="0" y="4800600"/>
            <a:ext cx="43891200" cy="130175"/>
          </a:xfrm>
          <a:prstGeom prst="rect">
            <a:avLst/>
          </a:prstGeom>
          <a:solidFill>
            <a:srgbClr val="660000"/>
          </a:solidFill>
          <a:ln>
            <a:noFill/>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
        <p:nvSpPr>
          <p:cNvPr id="2053" name="Text Box 5">
            <a:extLst>
              <a:ext uri="{FF2B5EF4-FFF2-40B4-BE49-F238E27FC236}">
                <a16:creationId xmlns:a16="http://schemas.microsoft.com/office/drawing/2014/main" id="{AF459E6C-F49D-62AC-9B20-1C0E1F863A57}"/>
              </a:ext>
            </a:extLst>
          </p:cNvPr>
          <p:cNvSpPr txBox="1">
            <a:spLocks noChangeArrowheads="1"/>
          </p:cNvSpPr>
          <p:nvPr userDrawn="1"/>
        </p:nvSpPr>
        <p:spPr bwMode="auto">
          <a:xfrm>
            <a:off x="609600" y="32445325"/>
            <a:ext cx="2514600" cy="315913"/>
          </a:xfrm>
          <a:prstGeom prst="rect">
            <a:avLst/>
          </a:prstGeom>
          <a:noFill/>
          <a:ln>
            <a:noFill/>
          </a:ln>
        </p:spPr>
        <p:txBody>
          <a:bodyPr lIns="91267" tIns="45624" rIns="91267" bIns="45624">
            <a:spAutoFit/>
          </a:bodyP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a:lnSpc>
                <a:spcPct val="65000"/>
              </a:lnSpc>
              <a:spcBef>
                <a:spcPct val="50000"/>
              </a:spcBef>
              <a:defRPr/>
            </a:pPr>
            <a:r>
              <a:rPr lang="en-US" altLang="en-US" sz="500" b="1">
                <a:solidFill>
                  <a:schemeClr val="bg2"/>
                </a:solidFill>
                <a:latin typeface="Arial" panose="020B0604020202020204" pitchFamily="34" charset="0"/>
              </a:rPr>
              <a:t>POSTER TEMPLATE BY:</a:t>
            </a:r>
          </a:p>
          <a:p>
            <a:pPr>
              <a:lnSpc>
                <a:spcPct val="65000"/>
              </a:lnSpc>
              <a:spcBef>
                <a:spcPct val="50000"/>
              </a:spcBef>
              <a:defRPr/>
            </a:pPr>
            <a:r>
              <a:rPr lang="en-US" altLang="en-US" sz="1000" b="1">
                <a:solidFill>
                  <a:schemeClr val="bg2"/>
                </a:solidFill>
                <a:latin typeface="Arial" panose="020B0604020202020204" pitchFamily="34" charset="0"/>
              </a:rPr>
              <a:t>www.PosterPresentations.com</a:t>
            </a:r>
          </a:p>
        </p:txBody>
      </p:sp>
      <p:sp>
        <p:nvSpPr>
          <p:cNvPr id="2054" name="Rectangle 6">
            <a:extLst>
              <a:ext uri="{FF2B5EF4-FFF2-40B4-BE49-F238E27FC236}">
                <a16:creationId xmlns:a16="http://schemas.microsoft.com/office/drawing/2014/main" id="{9F82462E-D8B4-661C-A560-FE986E378CB6}"/>
              </a:ext>
            </a:extLst>
          </p:cNvPr>
          <p:cNvSpPr>
            <a:spLocks noGrp="1" noChangeArrowheads="1"/>
          </p:cNvSpPr>
          <p:nvPr>
            <p:ph type="title"/>
          </p:nvPr>
        </p:nvSpPr>
        <p:spPr bwMode="auto">
          <a:xfrm>
            <a:off x="960438" y="1273175"/>
            <a:ext cx="41924287" cy="220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267" tIns="45624" rIns="91267" bIns="45624" numCol="1" anchor="ctr" anchorCtr="0" compatLnSpc="1">
            <a:prstTxWarp prst="textNoShape">
              <a:avLst/>
            </a:prstTxWarp>
          </a:bodyPr>
          <a:lstStyle/>
          <a:p>
            <a:pPr lvl="0"/>
            <a:r>
              <a:rPr lang="en-US" altLang="en-US"/>
              <a:t>Click to edit Master title style</a:t>
            </a:r>
          </a:p>
        </p:txBody>
      </p:sp>
      <p:sp>
        <p:nvSpPr>
          <p:cNvPr id="2055" name="Rectangle 7">
            <a:extLst>
              <a:ext uri="{FF2B5EF4-FFF2-40B4-BE49-F238E27FC236}">
                <a16:creationId xmlns:a16="http://schemas.microsoft.com/office/drawing/2014/main" id="{A3E73A78-6351-A09F-4B99-3B15E30036A6}"/>
              </a:ext>
            </a:extLst>
          </p:cNvPr>
          <p:cNvSpPr>
            <a:spLocks noGrp="1" noChangeArrowheads="1"/>
          </p:cNvSpPr>
          <p:nvPr>
            <p:ph type="body" idx="1"/>
          </p:nvPr>
        </p:nvSpPr>
        <p:spPr bwMode="auto">
          <a:xfrm>
            <a:off x="693738" y="5638800"/>
            <a:ext cx="9974262" cy="265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6408" tIns="456408" rIns="456408" bIns="456408"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2056" name="Rectangle 8">
            <a:extLst>
              <a:ext uri="{FF2B5EF4-FFF2-40B4-BE49-F238E27FC236}">
                <a16:creationId xmlns:a16="http://schemas.microsoft.com/office/drawing/2014/main" id="{449D5A96-52C4-7A98-14DB-7B05A78CE16C}"/>
              </a:ext>
            </a:extLst>
          </p:cNvPr>
          <p:cNvSpPr>
            <a:spLocks noChangeArrowheads="1"/>
          </p:cNvSpPr>
          <p:nvPr userDrawn="1"/>
        </p:nvSpPr>
        <p:spPr bwMode="auto">
          <a:xfrm>
            <a:off x="0" y="0"/>
            <a:ext cx="43891200" cy="32918400"/>
          </a:xfrm>
          <a:prstGeom prst="rect">
            <a:avLst/>
          </a:prstGeom>
          <a:noFill/>
          <a:ln w="3175">
            <a:solidFill>
              <a:schemeClr val="tx2"/>
            </a:solidFill>
            <a:miter lim="800000"/>
            <a:headEnd/>
            <a:tailEnd/>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
        <p:nvSpPr>
          <p:cNvPr id="2057" name="Rectangle 9">
            <a:extLst>
              <a:ext uri="{FF2B5EF4-FFF2-40B4-BE49-F238E27FC236}">
                <a16:creationId xmlns:a16="http://schemas.microsoft.com/office/drawing/2014/main" id="{2B15DF49-AAFF-55FE-CC66-77CE90262530}"/>
              </a:ext>
            </a:extLst>
          </p:cNvPr>
          <p:cNvSpPr>
            <a:spLocks noChangeArrowheads="1"/>
          </p:cNvSpPr>
          <p:nvPr userDrawn="1"/>
        </p:nvSpPr>
        <p:spPr bwMode="auto">
          <a:xfrm>
            <a:off x="11490325" y="5638800"/>
            <a:ext cx="20764500" cy="26563638"/>
          </a:xfrm>
          <a:prstGeom prst="rect">
            <a:avLst/>
          </a:prstGeom>
          <a:solidFill>
            <a:schemeClr val="accent1"/>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
        <p:nvSpPr>
          <p:cNvPr id="2058" name="Rectangle 11">
            <a:extLst>
              <a:ext uri="{FF2B5EF4-FFF2-40B4-BE49-F238E27FC236}">
                <a16:creationId xmlns:a16="http://schemas.microsoft.com/office/drawing/2014/main" id="{235E4761-5243-BBF5-EF95-39E14D849013}"/>
              </a:ext>
            </a:extLst>
          </p:cNvPr>
          <p:cNvSpPr>
            <a:spLocks noChangeArrowheads="1"/>
          </p:cNvSpPr>
          <p:nvPr userDrawn="1"/>
        </p:nvSpPr>
        <p:spPr bwMode="auto">
          <a:xfrm>
            <a:off x="33078738" y="5638800"/>
            <a:ext cx="9982200" cy="26563638"/>
          </a:xfrm>
          <a:prstGeom prst="rect">
            <a:avLst/>
          </a:prstGeom>
          <a:solidFill>
            <a:schemeClr val="accent1"/>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rtl="0" eaLnBrk="0" fontAlgn="base" hangingPunct="0">
        <a:spcBef>
          <a:spcPct val="0"/>
        </a:spcBef>
        <a:spcAft>
          <a:spcPct val="0"/>
        </a:spcAft>
        <a:defRPr sz="86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8600">
          <a:solidFill>
            <a:schemeClr val="tx2"/>
          </a:solidFill>
          <a:latin typeface="Arial Black" pitchFamily="34" charset="0"/>
          <a:ea typeface="MS PGothic" panose="020B0600070205080204" pitchFamily="34" charset="-128"/>
        </a:defRPr>
      </a:lvl2pPr>
      <a:lvl3pPr algn="ctr" rtl="0" eaLnBrk="0" fontAlgn="base" hangingPunct="0">
        <a:spcBef>
          <a:spcPct val="0"/>
        </a:spcBef>
        <a:spcAft>
          <a:spcPct val="0"/>
        </a:spcAft>
        <a:defRPr sz="8600">
          <a:solidFill>
            <a:schemeClr val="tx2"/>
          </a:solidFill>
          <a:latin typeface="Arial Black" pitchFamily="34" charset="0"/>
          <a:ea typeface="MS PGothic" panose="020B0600070205080204" pitchFamily="34" charset="-128"/>
        </a:defRPr>
      </a:lvl3pPr>
      <a:lvl4pPr algn="ctr" rtl="0" eaLnBrk="0" fontAlgn="base" hangingPunct="0">
        <a:spcBef>
          <a:spcPct val="0"/>
        </a:spcBef>
        <a:spcAft>
          <a:spcPct val="0"/>
        </a:spcAft>
        <a:defRPr sz="8600">
          <a:solidFill>
            <a:schemeClr val="tx2"/>
          </a:solidFill>
          <a:latin typeface="Arial Black" pitchFamily="34" charset="0"/>
          <a:ea typeface="MS PGothic" panose="020B0600070205080204" pitchFamily="34" charset="-128"/>
        </a:defRPr>
      </a:lvl4pPr>
      <a:lvl5pPr algn="ctr" rtl="0" eaLnBrk="0" fontAlgn="base" hangingPunct="0">
        <a:spcBef>
          <a:spcPct val="0"/>
        </a:spcBef>
        <a:spcAft>
          <a:spcPct val="0"/>
        </a:spcAft>
        <a:defRPr sz="8600">
          <a:solidFill>
            <a:schemeClr val="tx2"/>
          </a:solidFill>
          <a:latin typeface="Arial Black" pitchFamily="34" charset="0"/>
          <a:ea typeface="MS PGothic" panose="020B0600070205080204" pitchFamily="34" charset="-128"/>
        </a:defRPr>
      </a:lvl5pPr>
      <a:lvl6pPr marL="457200" algn="ctr" rtl="0" fontAlgn="base">
        <a:spcBef>
          <a:spcPct val="0"/>
        </a:spcBef>
        <a:spcAft>
          <a:spcPct val="0"/>
        </a:spcAft>
        <a:defRPr sz="8600">
          <a:solidFill>
            <a:schemeClr val="tx2"/>
          </a:solidFill>
          <a:latin typeface="Arial Black" pitchFamily="34" charset="0"/>
        </a:defRPr>
      </a:lvl6pPr>
      <a:lvl7pPr marL="914400" algn="ctr" rtl="0" fontAlgn="base">
        <a:spcBef>
          <a:spcPct val="0"/>
        </a:spcBef>
        <a:spcAft>
          <a:spcPct val="0"/>
        </a:spcAft>
        <a:defRPr sz="8600">
          <a:solidFill>
            <a:schemeClr val="tx2"/>
          </a:solidFill>
          <a:latin typeface="Arial Black" pitchFamily="34" charset="0"/>
        </a:defRPr>
      </a:lvl7pPr>
      <a:lvl8pPr marL="1371600" algn="ctr" rtl="0" fontAlgn="base">
        <a:spcBef>
          <a:spcPct val="0"/>
        </a:spcBef>
        <a:spcAft>
          <a:spcPct val="0"/>
        </a:spcAft>
        <a:defRPr sz="8600">
          <a:solidFill>
            <a:schemeClr val="tx2"/>
          </a:solidFill>
          <a:latin typeface="Arial Black" pitchFamily="34" charset="0"/>
        </a:defRPr>
      </a:lvl8pPr>
      <a:lvl9pPr marL="1828800" algn="ctr"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S PGothic" panose="020B0600070205080204" pitchFamily="34" charset="-128"/>
          <a:cs typeface="+mn-cs"/>
        </a:defRPr>
      </a:lvl1pPr>
      <a:lvl2pPr marL="739775" indent="-282575" algn="l" rtl="0" eaLnBrk="0" fontAlgn="base" hangingPunct="0">
        <a:spcBef>
          <a:spcPct val="20000"/>
        </a:spcBef>
        <a:spcAft>
          <a:spcPct val="0"/>
        </a:spcAft>
        <a:buChar char="–"/>
        <a:defRPr sz="29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19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1900">
          <a:solidFill>
            <a:schemeClr val="tx1"/>
          </a:solidFill>
          <a:latin typeface="+mn-lt"/>
          <a:ea typeface="MS PGothic" panose="020B0600070205080204" pitchFamily="34" charset="-128"/>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12B969E-7D09-1AA5-9593-365B0166F431}"/>
              </a:ext>
            </a:extLst>
          </p:cNvPr>
          <p:cNvSpPr>
            <a:spLocks noChangeArrowheads="1"/>
          </p:cNvSpPr>
          <p:nvPr userDrawn="1"/>
        </p:nvSpPr>
        <p:spPr bwMode="auto">
          <a:xfrm>
            <a:off x="0" y="0"/>
            <a:ext cx="43891200" cy="4800600"/>
          </a:xfrm>
          <a:prstGeom prst="rect">
            <a:avLst/>
          </a:prstGeom>
          <a:solidFill>
            <a:schemeClr val="accent1"/>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
        <p:nvSpPr>
          <p:cNvPr id="3075" name="Rectangle 3">
            <a:extLst>
              <a:ext uri="{FF2B5EF4-FFF2-40B4-BE49-F238E27FC236}">
                <a16:creationId xmlns:a16="http://schemas.microsoft.com/office/drawing/2014/main" id="{D9B7961E-1288-984F-6D2A-134128DAFFD9}"/>
              </a:ext>
            </a:extLst>
          </p:cNvPr>
          <p:cNvSpPr>
            <a:spLocks noChangeArrowheads="1"/>
          </p:cNvSpPr>
          <p:nvPr userDrawn="1"/>
        </p:nvSpPr>
        <p:spPr bwMode="auto">
          <a:xfrm>
            <a:off x="693738" y="5638800"/>
            <a:ext cx="42367200" cy="26563638"/>
          </a:xfrm>
          <a:prstGeom prst="rect">
            <a:avLst/>
          </a:prstGeom>
          <a:solidFill>
            <a:schemeClr val="accent1"/>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
        <p:nvSpPr>
          <p:cNvPr id="3076" name="Rectangle 4">
            <a:extLst>
              <a:ext uri="{FF2B5EF4-FFF2-40B4-BE49-F238E27FC236}">
                <a16:creationId xmlns:a16="http://schemas.microsoft.com/office/drawing/2014/main" id="{B81C24B4-4F7B-F56E-A526-8E083E880C80}"/>
              </a:ext>
            </a:extLst>
          </p:cNvPr>
          <p:cNvSpPr>
            <a:spLocks noChangeArrowheads="1"/>
          </p:cNvSpPr>
          <p:nvPr userDrawn="1"/>
        </p:nvSpPr>
        <p:spPr bwMode="auto">
          <a:xfrm>
            <a:off x="0" y="4800600"/>
            <a:ext cx="43891200" cy="130175"/>
          </a:xfrm>
          <a:prstGeom prst="rect">
            <a:avLst/>
          </a:prstGeom>
          <a:solidFill>
            <a:srgbClr val="660000"/>
          </a:solidFill>
          <a:ln>
            <a:noFill/>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
        <p:nvSpPr>
          <p:cNvPr id="3077" name="Text Box 5">
            <a:extLst>
              <a:ext uri="{FF2B5EF4-FFF2-40B4-BE49-F238E27FC236}">
                <a16:creationId xmlns:a16="http://schemas.microsoft.com/office/drawing/2014/main" id="{43AC43FA-FDFA-82CD-0550-8DB96E075F6D}"/>
              </a:ext>
            </a:extLst>
          </p:cNvPr>
          <p:cNvSpPr txBox="1">
            <a:spLocks noChangeArrowheads="1"/>
          </p:cNvSpPr>
          <p:nvPr userDrawn="1"/>
        </p:nvSpPr>
        <p:spPr bwMode="auto">
          <a:xfrm>
            <a:off x="609600" y="32445325"/>
            <a:ext cx="2514600" cy="315913"/>
          </a:xfrm>
          <a:prstGeom prst="rect">
            <a:avLst/>
          </a:prstGeom>
          <a:noFill/>
          <a:ln>
            <a:noFill/>
          </a:ln>
        </p:spPr>
        <p:txBody>
          <a:bodyPr lIns="91267" tIns="45624" rIns="91267" bIns="45624">
            <a:spAutoFit/>
          </a:bodyP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a:lnSpc>
                <a:spcPct val="65000"/>
              </a:lnSpc>
              <a:spcBef>
                <a:spcPct val="50000"/>
              </a:spcBef>
              <a:defRPr/>
            </a:pPr>
            <a:r>
              <a:rPr lang="en-US" altLang="en-US" sz="500" b="1">
                <a:solidFill>
                  <a:schemeClr val="bg2"/>
                </a:solidFill>
                <a:latin typeface="Arial" panose="020B0604020202020204" pitchFamily="34" charset="0"/>
              </a:rPr>
              <a:t>POSTER TEMPLATE BY:</a:t>
            </a:r>
          </a:p>
          <a:p>
            <a:pPr>
              <a:lnSpc>
                <a:spcPct val="65000"/>
              </a:lnSpc>
              <a:spcBef>
                <a:spcPct val="50000"/>
              </a:spcBef>
              <a:defRPr/>
            </a:pPr>
            <a:r>
              <a:rPr lang="en-US" altLang="en-US" sz="1000" b="1">
                <a:solidFill>
                  <a:schemeClr val="bg2"/>
                </a:solidFill>
                <a:latin typeface="Arial" panose="020B0604020202020204" pitchFamily="34" charset="0"/>
              </a:rPr>
              <a:t>www.PosterPresentations.com</a:t>
            </a:r>
          </a:p>
        </p:txBody>
      </p:sp>
      <p:sp>
        <p:nvSpPr>
          <p:cNvPr id="3078" name="Rectangle 6">
            <a:extLst>
              <a:ext uri="{FF2B5EF4-FFF2-40B4-BE49-F238E27FC236}">
                <a16:creationId xmlns:a16="http://schemas.microsoft.com/office/drawing/2014/main" id="{4F86F94E-E468-EE2E-49F4-183F80E5D425}"/>
              </a:ext>
            </a:extLst>
          </p:cNvPr>
          <p:cNvSpPr>
            <a:spLocks noGrp="1" noChangeArrowheads="1"/>
          </p:cNvSpPr>
          <p:nvPr>
            <p:ph type="title"/>
          </p:nvPr>
        </p:nvSpPr>
        <p:spPr bwMode="auto">
          <a:xfrm>
            <a:off x="960438" y="1273175"/>
            <a:ext cx="41924287" cy="220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267" tIns="45624" rIns="91267" bIns="45624" numCol="1" anchor="ctr" anchorCtr="0" compatLnSpc="1">
            <a:prstTxWarp prst="textNoShape">
              <a:avLst/>
            </a:prstTxWarp>
          </a:bodyPr>
          <a:lstStyle/>
          <a:p>
            <a:pPr lvl="0"/>
            <a:r>
              <a:rPr lang="en-US" altLang="en-US"/>
              <a:t>Click to edit Master title style</a:t>
            </a:r>
          </a:p>
        </p:txBody>
      </p:sp>
      <p:sp>
        <p:nvSpPr>
          <p:cNvPr id="3079" name="Rectangle 7">
            <a:extLst>
              <a:ext uri="{FF2B5EF4-FFF2-40B4-BE49-F238E27FC236}">
                <a16:creationId xmlns:a16="http://schemas.microsoft.com/office/drawing/2014/main" id="{5B234958-F856-D9DD-206B-75B5BE86F531}"/>
              </a:ext>
            </a:extLst>
          </p:cNvPr>
          <p:cNvSpPr>
            <a:spLocks noGrp="1" noChangeArrowheads="1"/>
          </p:cNvSpPr>
          <p:nvPr>
            <p:ph type="body" idx="1"/>
          </p:nvPr>
        </p:nvSpPr>
        <p:spPr bwMode="auto">
          <a:xfrm>
            <a:off x="693738" y="5638800"/>
            <a:ext cx="42190987" cy="265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6408" tIns="456408" rIns="456408" bIns="456408" numCol="1" anchor="t" anchorCtr="0" compatLnSpc="1">
            <a:prstTxWarp prst="textNoShape">
              <a:avLst/>
            </a:prstTxWarp>
          </a:bodyPr>
          <a:lstStyle/>
          <a:p>
            <a:pPr lvl="0"/>
            <a:r>
              <a:rPr lang="en-US" altLang="en-US"/>
              <a:t>Click to edit Master text styles</a:t>
            </a:r>
          </a:p>
          <a:p>
            <a:pPr lvl="1"/>
            <a:r>
              <a:rPr lang="en-US" altLang="en-US"/>
              <a:t>Second level</a:t>
            </a:r>
          </a:p>
        </p:txBody>
      </p:sp>
      <p:sp>
        <p:nvSpPr>
          <p:cNvPr id="3080" name="Rectangle 8">
            <a:extLst>
              <a:ext uri="{FF2B5EF4-FFF2-40B4-BE49-F238E27FC236}">
                <a16:creationId xmlns:a16="http://schemas.microsoft.com/office/drawing/2014/main" id="{7D7FEE8C-417C-721B-3B5D-36CDA330F50A}"/>
              </a:ext>
            </a:extLst>
          </p:cNvPr>
          <p:cNvSpPr>
            <a:spLocks noChangeArrowheads="1"/>
          </p:cNvSpPr>
          <p:nvPr userDrawn="1"/>
        </p:nvSpPr>
        <p:spPr bwMode="auto">
          <a:xfrm>
            <a:off x="0" y="0"/>
            <a:ext cx="43891200" cy="32918400"/>
          </a:xfrm>
          <a:prstGeom prst="rect">
            <a:avLst/>
          </a:prstGeom>
          <a:noFill/>
          <a:ln w="3175">
            <a:solidFill>
              <a:schemeClr val="tx2"/>
            </a:solidFill>
            <a:miter lim="800000"/>
            <a:headEnd/>
            <a:tailEnd/>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ctr" rtl="0" eaLnBrk="0" fontAlgn="base" hangingPunct="0">
        <a:spcBef>
          <a:spcPct val="0"/>
        </a:spcBef>
        <a:spcAft>
          <a:spcPct val="0"/>
        </a:spcAft>
        <a:defRPr sz="86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8600">
          <a:solidFill>
            <a:schemeClr val="tx2"/>
          </a:solidFill>
          <a:latin typeface="Arial Black" pitchFamily="34" charset="0"/>
          <a:ea typeface="MS PGothic" panose="020B0600070205080204" pitchFamily="34" charset="-128"/>
        </a:defRPr>
      </a:lvl2pPr>
      <a:lvl3pPr algn="ctr" rtl="0" eaLnBrk="0" fontAlgn="base" hangingPunct="0">
        <a:spcBef>
          <a:spcPct val="0"/>
        </a:spcBef>
        <a:spcAft>
          <a:spcPct val="0"/>
        </a:spcAft>
        <a:defRPr sz="8600">
          <a:solidFill>
            <a:schemeClr val="tx2"/>
          </a:solidFill>
          <a:latin typeface="Arial Black" pitchFamily="34" charset="0"/>
          <a:ea typeface="MS PGothic" panose="020B0600070205080204" pitchFamily="34" charset="-128"/>
        </a:defRPr>
      </a:lvl3pPr>
      <a:lvl4pPr algn="ctr" rtl="0" eaLnBrk="0" fontAlgn="base" hangingPunct="0">
        <a:spcBef>
          <a:spcPct val="0"/>
        </a:spcBef>
        <a:spcAft>
          <a:spcPct val="0"/>
        </a:spcAft>
        <a:defRPr sz="8600">
          <a:solidFill>
            <a:schemeClr val="tx2"/>
          </a:solidFill>
          <a:latin typeface="Arial Black" pitchFamily="34" charset="0"/>
          <a:ea typeface="MS PGothic" panose="020B0600070205080204" pitchFamily="34" charset="-128"/>
        </a:defRPr>
      </a:lvl4pPr>
      <a:lvl5pPr algn="ctr" rtl="0" eaLnBrk="0" fontAlgn="base" hangingPunct="0">
        <a:spcBef>
          <a:spcPct val="0"/>
        </a:spcBef>
        <a:spcAft>
          <a:spcPct val="0"/>
        </a:spcAft>
        <a:defRPr sz="8600">
          <a:solidFill>
            <a:schemeClr val="tx2"/>
          </a:solidFill>
          <a:latin typeface="Arial Black" pitchFamily="34" charset="0"/>
          <a:ea typeface="MS PGothic" panose="020B0600070205080204" pitchFamily="34" charset="-128"/>
        </a:defRPr>
      </a:lvl5pPr>
      <a:lvl6pPr marL="457200" algn="ctr" rtl="0" fontAlgn="base">
        <a:spcBef>
          <a:spcPct val="0"/>
        </a:spcBef>
        <a:spcAft>
          <a:spcPct val="0"/>
        </a:spcAft>
        <a:defRPr sz="8600">
          <a:solidFill>
            <a:schemeClr val="tx2"/>
          </a:solidFill>
          <a:latin typeface="Arial Black" pitchFamily="34" charset="0"/>
        </a:defRPr>
      </a:lvl6pPr>
      <a:lvl7pPr marL="914400" algn="ctr" rtl="0" fontAlgn="base">
        <a:spcBef>
          <a:spcPct val="0"/>
        </a:spcBef>
        <a:spcAft>
          <a:spcPct val="0"/>
        </a:spcAft>
        <a:defRPr sz="8600">
          <a:solidFill>
            <a:schemeClr val="tx2"/>
          </a:solidFill>
          <a:latin typeface="Arial Black" pitchFamily="34" charset="0"/>
        </a:defRPr>
      </a:lvl7pPr>
      <a:lvl8pPr marL="1371600" algn="ctr" rtl="0" fontAlgn="base">
        <a:spcBef>
          <a:spcPct val="0"/>
        </a:spcBef>
        <a:spcAft>
          <a:spcPct val="0"/>
        </a:spcAft>
        <a:defRPr sz="8600">
          <a:solidFill>
            <a:schemeClr val="tx2"/>
          </a:solidFill>
          <a:latin typeface="Arial Black" pitchFamily="34" charset="0"/>
        </a:defRPr>
      </a:lvl8pPr>
      <a:lvl9pPr marL="1828800" algn="ctr"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S PGothic" panose="020B0600070205080204" pitchFamily="34" charset="-128"/>
          <a:cs typeface="+mn-cs"/>
        </a:defRPr>
      </a:lvl1pPr>
      <a:lvl2pPr marL="739775" indent="-282575" algn="l" rtl="0" eaLnBrk="0" fontAlgn="base" hangingPunct="0">
        <a:spcBef>
          <a:spcPct val="20000"/>
        </a:spcBef>
        <a:spcAft>
          <a:spcPct val="0"/>
        </a:spcAft>
        <a:buChar char="–"/>
        <a:defRPr sz="29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19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1900">
          <a:solidFill>
            <a:schemeClr val="tx1"/>
          </a:solidFill>
          <a:latin typeface="+mn-lt"/>
          <a:ea typeface="MS PGothic" panose="020B0600070205080204" pitchFamily="34" charset="-128"/>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6A0DBE7E-B377-563E-376C-926B30F0AA83}"/>
              </a:ext>
            </a:extLst>
          </p:cNvPr>
          <p:cNvSpPr>
            <a:spLocks noGrp="1" noChangeArrowheads="1"/>
          </p:cNvSpPr>
          <p:nvPr>
            <p:ph type="title"/>
          </p:nvPr>
        </p:nvSpPr>
        <p:spPr bwMode="auto">
          <a:xfrm>
            <a:off x="3017838" y="1752600"/>
            <a:ext cx="37855525" cy="636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4099" name="Text Placeholder 2">
            <a:extLst>
              <a:ext uri="{FF2B5EF4-FFF2-40B4-BE49-F238E27FC236}">
                <a16:creationId xmlns:a16="http://schemas.microsoft.com/office/drawing/2014/main" id="{765C2417-0D7B-FBED-8FAB-80BB0037F9F5}"/>
              </a:ext>
            </a:extLst>
          </p:cNvPr>
          <p:cNvSpPr>
            <a:spLocks noGrp="1" noChangeArrowheads="1"/>
          </p:cNvSpPr>
          <p:nvPr>
            <p:ph type="body" idx="1"/>
          </p:nvPr>
        </p:nvSpPr>
        <p:spPr bwMode="auto">
          <a:xfrm>
            <a:off x="3017838" y="8763000"/>
            <a:ext cx="37855525" cy="2088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a:extLst>
              <a:ext uri="{FF2B5EF4-FFF2-40B4-BE49-F238E27FC236}">
                <a16:creationId xmlns:a16="http://schemas.microsoft.com/office/drawing/2014/main" id="{55B0D5A0-8D53-04BA-0996-ADA1595A7B5F}"/>
              </a:ext>
            </a:extLst>
          </p:cNvPr>
          <p:cNvSpPr>
            <a:spLocks noGrp="1"/>
          </p:cNvSpPr>
          <p:nvPr>
            <p:ph type="dt" sz="half" idx="2"/>
          </p:nvPr>
        </p:nvSpPr>
        <p:spPr>
          <a:xfrm>
            <a:off x="3017838" y="30510163"/>
            <a:ext cx="9875837" cy="1752600"/>
          </a:xfrm>
          <a:prstGeom prst="rect">
            <a:avLst/>
          </a:prstGeom>
        </p:spPr>
        <p:txBody>
          <a:bodyPr vert="horz" lIns="91440" tIns="45720" rIns="91440" bIns="45720" rtlCol="0" anchor="ctr"/>
          <a:lstStyle>
            <a:lvl1pPr algn="l">
              <a:defRPr sz="4320">
                <a:solidFill>
                  <a:schemeClr val="tx1">
                    <a:tint val="75000"/>
                  </a:schemeClr>
                </a:solidFill>
                <a:latin typeface="Arial Narrow" panose="020B0606020202030204" pitchFamily="34" charset="0"/>
              </a:defRPr>
            </a:lvl1pPr>
          </a:lstStyle>
          <a:p>
            <a:pPr>
              <a:defRPr/>
            </a:pPr>
            <a:fld id="{ED552D6E-20B5-1A4D-81E1-372A17BA62BA}" type="datetimeFigureOut">
              <a:rPr lang="en-CA"/>
              <a:pPr>
                <a:defRPr/>
              </a:pPr>
              <a:t>2025-07-17</a:t>
            </a:fld>
            <a:endParaRPr lang="en-CA"/>
          </a:p>
        </p:txBody>
      </p:sp>
      <p:sp>
        <p:nvSpPr>
          <p:cNvPr id="5" name="Footer Placeholder 4">
            <a:extLst>
              <a:ext uri="{FF2B5EF4-FFF2-40B4-BE49-F238E27FC236}">
                <a16:creationId xmlns:a16="http://schemas.microsoft.com/office/drawing/2014/main" id="{1A574B12-3A12-96BF-8203-316AF92F005E}"/>
              </a:ext>
            </a:extLst>
          </p:cNvPr>
          <p:cNvSpPr>
            <a:spLocks noGrp="1"/>
          </p:cNvSpPr>
          <p:nvPr>
            <p:ph type="ftr" sz="quarter" idx="3"/>
          </p:nvPr>
        </p:nvSpPr>
        <p:spPr>
          <a:xfrm>
            <a:off x="14538325" y="30510163"/>
            <a:ext cx="14814550" cy="1752600"/>
          </a:xfrm>
          <a:prstGeom prst="rect">
            <a:avLst/>
          </a:prstGeom>
        </p:spPr>
        <p:txBody>
          <a:bodyPr vert="horz" lIns="91440" tIns="45720" rIns="91440" bIns="45720" rtlCol="0" anchor="ctr"/>
          <a:lstStyle>
            <a:lvl1pPr algn="ctr">
              <a:defRPr sz="4320">
                <a:solidFill>
                  <a:schemeClr val="tx1">
                    <a:tint val="75000"/>
                  </a:schemeClr>
                </a:solidFill>
                <a:latin typeface="Arial Narrow" panose="020B0606020202030204" pitchFamily="34" charset="0"/>
              </a:defRPr>
            </a:lvl1pPr>
          </a:lstStyle>
          <a:p>
            <a:pPr>
              <a:defRPr/>
            </a:pPr>
            <a:endParaRPr lang="en-CA"/>
          </a:p>
        </p:txBody>
      </p:sp>
      <p:sp>
        <p:nvSpPr>
          <p:cNvPr id="6" name="Slide Number Placeholder 5">
            <a:extLst>
              <a:ext uri="{FF2B5EF4-FFF2-40B4-BE49-F238E27FC236}">
                <a16:creationId xmlns:a16="http://schemas.microsoft.com/office/drawing/2014/main" id="{6B5E00E4-CC30-BC94-CD82-F24189D2BFCE}"/>
              </a:ext>
            </a:extLst>
          </p:cNvPr>
          <p:cNvSpPr>
            <a:spLocks noGrp="1"/>
          </p:cNvSpPr>
          <p:nvPr>
            <p:ph type="sldNum" sz="quarter" idx="4"/>
          </p:nvPr>
        </p:nvSpPr>
        <p:spPr>
          <a:xfrm>
            <a:off x="30997525" y="30510163"/>
            <a:ext cx="9875838" cy="1752600"/>
          </a:xfrm>
          <a:prstGeom prst="rect">
            <a:avLst/>
          </a:prstGeom>
        </p:spPr>
        <p:txBody>
          <a:bodyPr vert="horz" wrap="square" lIns="91440" tIns="45720" rIns="91440" bIns="45720" numCol="1" anchor="ctr" anchorCtr="0" compatLnSpc="1">
            <a:prstTxWarp prst="textNoShape">
              <a:avLst/>
            </a:prstTxWarp>
          </a:bodyPr>
          <a:lstStyle>
            <a:lvl1pPr algn="r">
              <a:defRPr sz="4300">
                <a:solidFill>
                  <a:srgbClr val="898989"/>
                </a:solidFill>
                <a:latin typeface="Arial Narrow" panose="020B0606020202030204" pitchFamily="34" charset="0"/>
              </a:defRPr>
            </a:lvl1pPr>
          </a:lstStyle>
          <a:p>
            <a:pPr>
              <a:defRPr/>
            </a:pPr>
            <a:fld id="{29AF4B8E-6148-864F-AC78-7154BF7AD9F0}" type="slidenum">
              <a:rPr lang="en-CA" altLang="en-US"/>
              <a:pPr>
                <a:defRPr/>
              </a:pPr>
              <a:t>‹#›</a:t>
            </a:fld>
            <a:endParaRPr lang="en-CA" altLang="en-US"/>
          </a:p>
        </p:txBody>
      </p:sp>
      <p:sp>
        <p:nvSpPr>
          <p:cNvPr id="7" name="Rectangle 36">
            <a:extLst>
              <a:ext uri="{FF2B5EF4-FFF2-40B4-BE49-F238E27FC236}">
                <a16:creationId xmlns:a16="http://schemas.microsoft.com/office/drawing/2014/main" id="{9BAF3AE6-4573-8F9B-8D64-6B32317E2686}"/>
              </a:ext>
            </a:extLst>
          </p:cNvPr>
          <p:cNvSpPr>
            <a:spLocks noChangeArrowheads="1"/>
          </p:cNvSpPr>
          <p:nvPr userDrawn="1"/>
        </p:nvSpPr>
        <p:spPr bwMode="auto">
          <a:xfrm>
            <a:off x="0" y="0"/>
            <a:ext cx="43891200" cy="4800600"/>
          </a:xfrm>
          <a:prstGeom prst="rect">
            <a:avLst/>
          </a:prstGeom>
          <a:solidFill>
            <a:schemeClr val="tx2"/>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
        <p:nvSpPr>
          <p:cNvPr id="8" name="Rectangle 25">
            <a:extLst>
              <a:ext uri="{FF2B5EF4-FFF2-40B4-BE49-F238E27FC236}">
                <a16:creationId xmlns:a16="http://schemas.microsoft.com/office/drawing/2014/main" id="{D3B758C8-7A0B-E174-2F66-F58A84B29273}"/>
              </a:ext>
            </a:extLst>
          </p:cNvPr>
          <p:cNvSpPr>
            <a:spLocks noChangeArrowheads="1"/>
          </p:cNvSpPr>
          <p:nvPr userDrawn="1"/>
        </p:nvSpPr>
        <p:spPr bwMode="auto">
          <a:xfrm>
            <a:off x="0" y="0"/>
            <a:ext cx="43891200" cy="32918400"/>
          </a:xfrm>
          <a:prstGeom prst="rect">
            <a:avLst/>
          </a:prstGeom>
          <a:noFill/>
          <a:ln w="3175">
            <a:solidFill>
              <a:schemeClr val="tx2"/>
            </a:solidFill>
            <a:miter lim="800000"/>
            <a:headEnd/>
            <a:tailEnd/>
          </a:ln>
        </p:spPr>
        <p:txBody>
          <a:bodyPr wrap="none" anchor="ctr"/>
          <a:lstStyle>
            <a:lvl1pPr eaLnBrk="0" hangingPunct="0">
              <a:defRPr sz="2900">
                <a:solidFill>
                  <a:schemeClr val="tx1"/>
                </a:solidFill>
                <a:latin typeface="Arial Narrow" panose="020B0604020202020204" pitchFamily="34" charset="0"/>
                <a:ea typeface="ＭＳ Ｐゴシック" panose="020B0600070205080204" pitchFamily="34" charset="-128"/>
              </a:defRPr>
            </a:lvl1pPr>
            <a:lvl2pPr marL="742950" indent="-285750" eaLnBrk="0" hangingPunct="0">
              <a:defRPr sz="2900">
                <a:solidFill>
                  <a:schemeClr val="tx1"/>
                </a:solidFill>
                <a:latin typeface="Arial Narrow" panose="020B0604020202020204" pitchFamily="34" charset="0"/>
                <a:ea typeface="ＭＳ Ｐゴシック" panose="020B0600070205080204" pitchFamily="34" charset="-128"/>
              </a:defRPr>
            </a:lvl2pPr>
            <a:lvl3pPr marL="1143000" indent="-228600" eaLnBrk="0" hangingPunct="0">
              <a:defRPr sz="2900">
                <a:solidFill>
                  <a:schemeClr val="tx1"/>
                </a:solidFill>
                <a:latin typeface="Arial Narrow" panose="020B0604020202020204" pitchFamily="34" charset="0"/>
                <a:ea typeface="ＭＳ Ｐゴシック" panose="020B0600070205080204" pitchFamily="34" charset="-128"/>
              </a:defRPr>
            </a:lvl3pPr>
            <a:lvl4pPr marL="1600200" indent="-228600" eaLnBrk="0" hangingPunct="0">
              <a:defRPr sz="2900">
                <a:solidFill>
                  <a:schemeClr val="tx1"/>
                </a:solidFill>
                <a:latin typeface="Arial Narrow" panose="020B0604020202020204" pitchFamily="34" charset="0"/>
                <a:ea typeface="ＭＳ Ｐゴシック" panose="020B0600070205080204" pitchFamily="34" charset="-128"/>
              </a:defRPr>
            </a:lvl4pPr>
            <a:lvl5pPr marL="2057400" indent="-228600" eaLnBrk="0" hangingPunct="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eaLnBrk="1" hangingPunct="1">
              <a:defRPr/>
            </a:pPr>
            <a:endParaRPr lang="en-US" altLang="en-US"/>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l" defTabSz="3290888" rtl="0" eaLnBrk="0" fontAlgn="base" hangingPunct="0">
        <a:lnSpc>
          <a:spcPct val="90000"/>
        </a:lnSpc>
        <a:spcBef>
          <a:spcPct val="0"/>
        </a:spcBef>
        <a:spcAft>
          <a:spcPct val="0"/>
        </a:spcAft>
        <a:defRPr sz="15800" kern="1200">
          <a:solidFill>
            <a:schemeClr val="tx1"/>
          </a:solidFill>
          <a:latin typeface="+mj-lt"/>
          <a:ea typeface="+mj-ea"/>
          <a:cs typeface="+mj-cs"/>
        </a:defRPr>
      </a:lvl1pPr>
      <a:lvl2pPr algn="l" defTabSz="3290888" rtl="0" eaLnBrk="0" fontAlgn="base" hangingPunct="0">
        <a:lnSpc>
          <a:spcPct val="90000"/>
        </a:lnSpc>
        <a:spcBef>
          <a:spcPct val="0"/>
        </a:spcBef>
        <a:spcAft>
          <a:spcPct val="0"/>
        </a:spcAft>
        <a:defRPr sz="15800">
          <a:solidFill>
            <a:schemeClr val="tx1"/>
          </a:solidFill>
          <a:latin typeface="Calibri Light" panose="020F0302020204030204" pitchFamily="34" charset="0"/>
        </a:defRPr>
      </a:lvl2pPr>
      <a:lvl3pPr algn="l" defTabSz="3290888" rtl="0" eaLnBrk="0" fontAlgn="base" hangingPunct="0">
        <a:lnSpc>
          <a:spcPct val="90000"/>
        </a:lnSpc>
        <a:spcBef>
          <a:spcPct val="0"/>
        </a:spcBef>
        <a:spcAft>
          <a:spcPct val="0"/>
        </a:spcAft>
        <a:defRPr sz="15800">
          <a:solidFill>
            <a:schemeClr val="tx1"/>
          </a:solidFill>
          <a:latin typeface="Calibri Light" panose="020F0302020204030204" pitchFamily="34" charset="0"/>
        </a:defRPr>
      </a:lvl3pPr>
      <a:lvl4pPr algn="l" defTabSz="3290888" rtl="0" eaLnBrk="0" fontAlgn="base" hangingPunct="0">
        <a:lnSpc>
          <a:spcPct val="90000"/>
        </a:lnSpc>
        <a:spcBef>
          <a:spcPct val="0"/>
        </a:spcBef>
        <a:spcAft>
          <a:spcPct val="0"/>
        </a:spcAft>
        <a:defRPr sz="15800">
          <a:solidFill>
            <a:schemeClr val="tx1"/>
          </a:solidFill>
          <a:latin typeface="Calibri Light" panose="020F0302020204030204" pitchFamily="34" charset="0"/>
        </a:defRPr>
      </a:lvl4pPr>
      <a:lvl5pPr algn="l" defTabSz="3290888" rtl="0" eaLnBrk="0" fontAlgn="base" hangingPunct="0">
        <a:lnSpc>
          <a:spcPct val="90000"/>
        </a:lnSpc>
        <a:spcBef>
          <a:spcPct val="0"/>
        </a:spcBef>
        <a:spcAft>
          <a:spcPct val="0"/>
        </a:spcAft>
        <a:defRPr sz="15800">
          <a:solidFill>
            <a:schemeClr val="tx1"/>
          </a:solidFill>
          <a:latin typeface="Calibri Light" panose="020F0302020204030204" pitchFamily="34" charset="0"/>
        </a:defRPr>
      </a:lvl5pPr>
      <a:lvl6pPr marL="457200" algn="l" defTabSz="3290888" rtl="0" fontAlgn="base">
        <a:lnSpc>
          <a:spcPct val="90000"/>
        </a:lnSpc>
        <a:spcBef>
          <a:spcPct val="0"/>
        </a:spcBef>
        <a:spcAft>
          <a:spcPct val="0"/>
        </a:spcAft>
        <a:defRPr sz="15800">
          <a:solidFill>
            <a:schemeClr val="tx1"/>
          </a:solidFill>
          <a:latin typeface="Calibri Light" panose="020F0302020204030204" pitchFamily="34" charset="0"/>
        </a:defRPr>
      </a:lvl6pPr>
      <a:lvl7pPr marL="914400" algn="l" defTabSz="3290888" rtl="0" fontAlgn="base">
        <a:lnSpc>
          <a:spcPct val="90000"/>
        </a:lnSpc>
        <a:spcBef>
          <a:spcPct val="0"/>
        </a:spcBef>
        <a:spcAft>
          <a:spcPct val="0"/>
        </a:spcAft>
        <a:defRPr sz="15800">
          <a:solidFill>
            <a:schemeClr val="tx1"/>
          </a:solidFill>
          <a:latin typeface="Calibri Light" panose="020F0302020204030204" pitchFamily="34" charset="0"/>
        </a:defRPr>
      </a:lvl7pPr>
      <a:lvl8pPr marL="1371600" algn="l" defTabSz="3290888" rtl="0" fontAlgn="base">
        <a:lnSpc>
          <a:spcPct val="90000"/>
        </a:lnSpc>
        <a:spcBef>
          <a:spcPct val="0"/>
        </a:spcBef>
        <a:spcAft>
          <a:spcPct val="0"/>
        </a:spcAft>
        <a:defRPr sz="15800">
          <a:solidFill>
            <a:schemeClr val="tx1"/>
          </a:solidFill>
          <a:latin typeface="Calibri Light" panose="020F0302020204030204" pitchFamily="34" charset="0"/>
        </a:defRPr>
      </a:lvl8pPr>
      <a:lvl9pPr marL="1828800" algn="l" defTabSz="3290888" rtl="0" fontAlgn="base">
        <a:lnSpc>
          <a:spcPct val="90000"/>
        </a:lnSpc>
        <a:spcBef>
          <a:spcPct val="0"/>
        </a:spcBef>
        <a:spcAft>
          <a:spcPct val="0"/>
        </a:spcAft>
        <a:defRPr sz="15800">
          <a:solidFill>
            <a:schemeClr val="tx1"/>
          </a:solidFill>
          <a:latin typeface="Calibri Light" panose="020F0302020204030204" pitchFamily="34" charset="0"/>
        </a:defRPr>
      </a:lvl9pPr>
    </p:titleStyle>
    <p:bodyStyle>
      <a:lvl1pPr marL="822325" indent="-822325" algn="l" defTabSz="3290888" rtl="0" eaLnBrk="0" fontAlgn="base" hangingPunct="0">
        <a:lnSpc>
          <a:spcPct val="90000"/>
        </a:lnSpc>
        <a:spcBef>
          <a:spcPts val="3600"/>
        </a:spcBef>
        <a:spcAft>
          <a:spcPct val="0"/>
        </a:spcAft>
        <a:buFont typeface="Arial" panose="020B0604020202020204" pitchFamily="34" charset="0"/>
        <a:buChar char="•"/>
        <a:defRPr sz="10000" kern="1200">
          <a:solidFill>
            <a:schemeClr val="tx1"/>
          </a:solidFill>
          <a:latin typeface="+mn-lt"/>
          <a:ea typeface="+mn-ea"/>
          <a:cs typeface="+mn-cs"/>
        </a:defRPr>
      </a:lvl1pPr>
      <a:lvl2pPr marL="2468563" indent="-822325" algn="l" defTabSz="3290888" rtl="0" eaLnBrk="0" fontAlgn="base" hangingPunct="0">
        <a:lnSpc>
          <a:spcPct val="90000"/>
        </a:lnSpc>
        <a:spcBef>
          <a:spcPts val="1800"/>
        </a:spcBef>
        <a:spcAft>
          <a:spcPct val="0"/>
        </a:spcAft>
        <a:buFont typeface="Arial" panose="020B0604020202020204" pitchFamily="34" charset="0"/>
        <a:buChar char="•"/>
        <a:defRPr sz="8600" kern="1200">
          <a:solidFill>
            <a:schemeClr val="tx1"/>
          </a:solidFill>
          <a:latin typeface="+mn-lt"/>
          <a:ea typeface="+mn-ea"/>
          <a:cs typeface="+mn-cs"/>
        </a:defRPr>
      </a:lvl2pPr>
      <a:lvl3pPr marL="4114800" indent="-822325" algn="l" defTabSz="3290888" rtl="0" eaLnBrk="0" fontAlgn="base" hangingPunct="0">
        <a:lnSpc>
          <a:spcPct val="90000"/>
        </a:lnSpc>
        <a:spcBef>
          <a:spcPts val="1800"/>
        </a:spcBef>
        <a:spcAft>
          <a:spcPct val="0"/>
        </a:spcAft>
        <a:buFont typeface="Arial" panose="020B0604020202020204" pitchFamily="34" charset="0"/>
        <a:buChar char="•"/>
        <a:defRPr sz="7200" kern="1200">
          <a:solidFill>
            <a:schemeClr val="tx1"/>
          </a:solidFill>
          <a:latin typeface="+mn-lt"/>
          <a:ea typeface="+mn-ea"/>
          <a:cs typeface="+mn-cs"/>
        </a:defRPr>
      </a:lvl3pPr>
      <a:lvl4pPr marL="5759450" indent="-822325" algn="l" defTabSz="3290888" rtl="0" eaLnBrk="0" fontAlgn="base" hangingPunct="0">
        <a:lnSpc>
          <a:spcPct val="90000"/>
        </a:lnSpc>
        <a:spcBef>
          <a:spcPts val="1800"/>
        </a:spcBef>
        <a:spcAft>
          <a:spcPct val="0"/>
        </a:spcAft>
        <a:buFont typeface="Arial" panose="020B0604020202020204" pitchFamily="34" charset="0"/>
        <a:buChar char="•"/>
        <a:defRPr sz="6400" kern="1200">
          <a:solidFill>
            <a:schemeClr val="tx1"/>
          </a:solidFill>
          <a:latin typeface="+mn-lt"/>
          <a:ea typeface="+mn-ea"/>
          <a:cs typeface="+mn-cs"/>
        </a:defRPr>
      </a:lvl4pPr>
      <a:lvl5pPr marL="7405688" indent="-822325" algn="l" defTabSz="3290888" rtl="0" eaLnBrk="0" fontAlgn="base" hangingPunct="0">
        <a:lnSpc>
          <a:spcPct val="90000"/>
        </a:lnSpc>
        <a:spcBef>
          <a:spcPts val="1800"/>
        </a:spcBef>
        <a:spcAft>
          <a:spcPct val="0"/>
        </a:spcAft>
        <a:buFont typeface="Arial" panose="020B0604020202020204" pitchFamily="34" charset="0"/>
        <a:buChar char="•"/>
        <a:defRPr sz="640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8585B">
            <a:alpha val="14902"/>
          </a:srgbClr>
        </a:solidFill>
        <a:effectLst/>
      </p:bgPr>
    </p:bg>
    <p:spTree>
      <p:nvGrpSpPr>
        <p:cNvPr id="1" name=""/>
        <p:cNvGrpSpPr/>
        <p:nvPr/>
      </p:nvGrpSpPr>
      <p:grpSpPr>
        <a:xfrm>
          <a:off x="0" y="0"/>
          <a:ext cx="0" cy="0"/>
          <a:chOff x="0" y="0"/>
          <a:chExt cx="0" cy="0"/>
        </a:xfrm>
      </p:grpSpPr>
      <p:sp>
        <p:nvSpPr>
          <p:cNvPr id="6146" name="Rectangle 33">
            <a:extLst>
              <a:ext uri="{FF2B5EF4-FFF2-40B4-BE49-F238E27FC236}">
                <a16:creationId xmlns:a16="http://schemas.microsoft.com/office/drawing/2014/main" id="{CA0743D2-FF38-6489-B7DE-60B55AE88919}"/>
              </a:ext>
            </a:extLst>
          </p:cNvPr>
          <p:cNvSpPr>
            <a:spLocks noChangeArrowheads="1"/>
          </p:cNvSpPr>
          <p:nvPr/>
        </p:nvSpPr>
        <p:spPr bwMode="auto">
          <a:xfrm>
            <a:off x="709613" y="5649913"/>
            <a:ext cx="12958762" cy="26554112"/>
          </a:xfrm>
          <a:prstGeom prst="rect">
            <a:avLst/>
          </a:prstGeom>
          <a:solidFill>
            <a:srgbClr val="FFFFFF"/>
          </a:solidFill>
          <a:ln w="9525">
            <a:solidFill>
              <a:schemeClr val="tx1"/>
            </a:solidFill>
            <a:miter lim="800000"/>
            <a:headEnd/>
            <a:tailEnd/>
          </a:ln>
        </p:spPr>
        <p:txBody>
          <a:bodyPr wrap="none" anchor="ctr"/>
          <a:lstStyle>
            <a:lvl1pPr>
              <a:defRPr sz="2900">
                <a:solidFill>
                  <a:schemeClr val="tx1"/>
                </a:solidFill>
                <a:latin typeface="Arial Narrow" panose="020B0604020202020204" pitchFamily="34" charset="0"/>
                <a:ea typeface="MS PGothic" panose="020B0600070205080204" pitchFamily="34" charset="-128"/>
              </a:defRPr>
            </a:lvl1pPr>
            <a:lvl2pPr marL="742950" indent="-285750">
              <a:defRPr sz="2900">
                <a:solidFill>
                  <a:schemeClr val="tx1"/>
                </a:solidFill>
                <a:latin typeface="Arial Narrow" panose="020B0604020202020204" pitchFamily="34" charset="0"/>
                <a:ea typeface="MS PGothic" panose="020B0600070205080204" pitchFamily="34" charset="-128"/>
              </a:defRPr>
            </a:lvl2pPr>
            <a:lvl3pPr marL="1143000" indent="-228600">
              <a:defRPr sz="2900">
                <a:solidFill>
                  <a:schemeClr val="tx1"/>
                </a:solidFill>
                <a:latin typeface="Arial Narrow" panose="020B0604020202020204" pitchFamily="34" charset="0"/>
                <a:ea typeface="MS PGothic" panose="020B0600070205080204" pitchFamily="34" charset="-128"/>
              </a:defRPr>
            </a:lvl3pPr>
            <a:lvl4pPr marL="1600200" indent="-228600">
              <a:defRPr sz="2900">
                <a:solidFill>
                  <a:schemeClr val="tx1"/>
                </a:solidFill>
                <a:latin typeface="Arial Narrow" panose="020B0604020202020204" pitchFamily="34" charset="0"/>
                <a:ea typeface="MS PGothic" panose="020B0600070205080204" pitchFamily="34" charset="-128"/>
              </a:defRPr>
            </a:lvl4pPr>
            <a:lvl5pPr marL="2057400" indent="-228600">
              <a:defRPr sz="29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eaLnBrk="1" hangingPunct="1"/>
            <a:endParaRPr lang="en-US" altLang="en-US" dirty="0"/>
          </a:p>
        </p:txBody>
      </p:sp>
      <p:sp>
        <p:nvSpPr>
          <p:cNvPr id="6147" name="Rectangle 33">
            <a:extLst>
              <a:ext uri="{FF2B5EF4-FFF2-40B4-BE49-F238E27FC236}">
                <a16:creationId xmlns:a16="http://schemas.microsoft.com/office/drawing/2014/main" id="{CED2C91D-0AD4-CD75-7CCC-096317C5ECA2}"/>
              </a:ext>
            </a:extLst>
          </p:cNvPr>
          <p:cNvSpPr>
            <a:spLocks noChangeArrowheads="1"/>
          </p:cNvSpPr>
          <p:nvPr/>
        </p:nvSpPr>
        <p:spPr bwMode="auto">
          <a:xfrm>
            <a:off x="30105350" y="5659438"/>
            <a:ext cx="12958763" cy="26554112"/>
          </a:xfrm>
          <a:prstGeom prst="rect">
            <a:avLst/>
          </a:prstGeom>
          <a:solidFill>
            <a:srgbClr val="FFFFFF"/>
          </a:solidFill>
          <a:ln w="9525">
            <a:solidFill>
              <a:schemeClr val="tx1"/>
            </a:solidFill>
            <a:miter lim="800000"/>
            <a:headEnd/>
            <a:tailEnd/>
          </a:ln>
        </p:spPr>
        <p:txBody>
          <a:bodyPr wrap="none" anchor="ctr"/>
          <a:lstStyle>
            <a:lvl1pPr>
              <a:defRPr sz="2900">
                <a:solidFill>
                  <a:schemeClr val="tx1"/>
                </a:solidFill>
                <a:latin typeface="Arial Narrow" panose="020B0604020202020204" pitchFamily="34" charset="0"/>
                <a:ea typeface="MS PGothic" panose="020B0600070205080204" pitchFamily="34" charset="-128"/>
              </a:defRPr>
            </a:lvl1pPr>
            <a:lvl2pPr marL="742950" indent="-285750">
              <a:defRPr sz="2900">
                <a:solidFill>
                  <a:schemeClr val="tx1"/>
                </a:solidFill>
                <a:latin typeface="Arial Narrow" panose="020B0604020202020204" pitchFamily="34" charset="0"/>
                <a:ea typeface="MS PGothic" panose="020B0600070205080204" pitchFamily="34" charset="-128"/>
              </a:defRPr>
            </a:lvl2pPr>
            <a:lvl3pPr marL="1143000" indent="-228600">
              <a:defRPr sz="2900">
                <a:solidFill>
                  <a:schemeClr val="tx1"/>
                </a:solidFill>
                <a:latin typeface="Arial Narrow" panose="020B0604020202020204" pitchFamily="34" charset="0"/>
                <a:ea typeface="MS PGothic" panose="020B0600070205080204" pitchFamily="34" charset="-128"/>
              </a:defRPr>
            </a:lvl3pPr>
            <a:lvl4pPr marL="1600200" indent="-228600">
              <a:defRPr sz="2900">
                <a:solidFill>
                  <a:schemeClr val="tx1"/>
                </a:solidFill>
                <a:latin typeface="Arial Narrow" panose="020B0604020202020204" pitchFamily="34" charset="0"/>
                <a:ea typeface="MS PGothic" panose="020B0600070205080204" pitchFamily="34" charset="-128"/>
              </a:defRPr>
            </a:lvl4pPr>
            <a:lvl5pPr marL="2057400" indent="-228600">
              <a:defRPr sz="29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eaLnBrk="1" hangingPunct="1"/>
            <a:endParaRPr lang="en-US" altLang="en-US" dirty="0"/>
          </a:p>
        </p:txBody>
      </p:sp>
      <p:sp>
        <p:nvSpPr>
          <p:cNvPr id="6148" name="Rectangle 33">
            <a:extLst>
              <a:ext uri="{FF2B5EF4-FFF2-40B4-BE49-F238E27FC236}">
                <a16:creationId xmlns:a16="http://schemas.microsoft.com/office/drawing/2014/main" id="{3E0F7C8F-0E74-DFD0-E0D2-74060834AED8}"/>
              </a:ext>
            </a:extLst>
          </p:cNvPr>
          <p:cNvSpPr>
            <a:spLocks noChangeArrowheads="1"/>
          </p:cNvSpPr>
          <p:nvPr/>
        </p:nvSpPr>
        <p:spPr bwMode="auto">
          <a:xfrm>
            <a:off x="15373350" y="5649913"/>
            <a:ext cx="12960350" cy="26554112"/>
          </a:xfrm>
          <a:prstGeom prst="rect">
            <a:avLst/>
          </a:prstGeom>
          <a:solidFill>
            <a:srgbClr val="FFFFFF"/>
          </a:solidFill>
          <a:ln w="9525">
            <a:solidFill>
              <a:schemeClr val="tx1"/>
            </a:solidFill>
            <a:miter lim="800000"/>
            <a:headEnd/>
            <a:tailEnd/>
          </a:ln>
        </p:spPr>
        <p:txBody>
          <a:bodyPr wrap="none" anchor="ctr"/>
          <a:lstStyle>
            <a:lvl1pPr>
              <a:defRPr sz="2900">
                <a:solidFill>
                  <a:schemeClr val="tx1"/>
                </a:solidFill>
                <a:latin typeface="Arial Narrow" panose="020B0604020202020204" pitchFamily="34" charset="0"/>
                <a:ea typeface="MS PGothic" panose="020B0600070205080204" pitchFamily="34" charset="-128"/>
              </a:defRPr>
            </a:lvl1pPr>
            <a:lvl2pPr marL="742950" indent="-285750">
              <a:defRPr sz="2900">
                <a:solidFill>
                  <a:schemeClr val="tx1"/>
                </a:solidFill>
                <a:latin typeface="Arial Narrow" panose="020B0604020202020204" pitchFamily="34" charset="0"/>
                <a:ea typeface="MS PGothic" panose="020B0600070205080204" pitchFamily="34" charset="-128"/>
              </a:defRPr>
            </a:lvl2pPr>
            <a:lvl3pPr marL="1143000" indent="-228600">
              <a:defRPr sz="2900">
                <a:solidFill>
                  <a:schemeClr val="tx1"/>
                </a:solidFill>
                <a:latin typeface="Arial Narrow" panose="020B0604020202020204" pitchFamily="34" charset="0"/>
                <a:ea typeface="MS PGothic" panose="020B0600070205080204" pitchFamily="34" charset="-128"/>
              </a:defRPr>
            </a:lvl3pPr>
            <a:lvl4pPr marL="1600200" indent="-228600">
              <a:defRPr sz="2900">
                <a:solidFill>
                  <a:schemeClr val="tx1"/>
                </a:solidFill>
                <a:latin typeface="Arial Narrow" panose="020B0604020202020204" pitchFamily="34" charset="0"/>
                <a:ea typeface="MS PGothic" panose="020B0600070205080204" pitchFamily="34" charset="-128"/>
              </a:defRPr>
            </a:lvl4pPr>
            <a:lvl5pPr marL="2057400" indent="-228600">
              <a:defRPr sz="29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eaLnBrk="1" hangingPunct="1"/>
            <a:endParaRPr lang="en-US" altLang="en-US" dirty="0"/>
          </a:p>
        </p:txBody>
      </p:sp>
      <p:sp>
        <p:nvSpPr>
          <p:cNvPr id="2" name="Rectangle 5">
            <a:extLst>
              <a:ext uri="{FF2B5EF4-FFF2-40B4-BE49-F238E27FC236}">
                <a16:creationId xmlns:a16="http://schemas.microsoft.com/office/drawing/2014/main" id="{BE32C32B-BC10-BB63-8581-59CFEFDD974F}"/>
              </a:ext>
            </a:extLst>
          </p:cNvPr>
          <p:cNvSpPr>
            <a:spLocks noChangeArrowheads="1"/>
          </p:cNvSpPr>
          <p:nvPr/>
        </p:nvSpPr>
        <p:spPr bwMode="auto">
          <a:xfrm>
            <a:off x="4087813" y="638175"/>
            <a:ext cx="35231387" cy="1323225"/>
          </a:xfrm>
          <a:prstGeom prst="rect">
            <a:avLst/>
          </a:prstGeom>
          <a:noFill/>
          <a:ln>
            <a:noFill/>
          </a:ln>
        </p:spPr>
        <p:txBody>
          <a:bodyPr wrap="square" lIns="91243" tIns="45614" rIns="91243" bIns="45614">
            <a:spAutoFit/>
          </a:bodyPr>
          <a:lstStyle>
            <a:lvl1pPr>
              <a:defRPr sz="2900">
                <a:solidFill>
                  <a:schemeClr val="tx1"/>
                </a:solidFill>
                <a:latin typeface="Arial Narrow" panose="020B0604020202020204" pitchFamily="34" charset="0"/>
                <a:ea typeface="ＭＳ Ｐゴシック" panose="020B0600070205080204" pitchFamily="34" charset="-128"/>
              </a:defRPr>
            </a:lvl1pPr>
            <a:lvl2pPr marL="742950" indent="-285750">
              <a:defRPr sz="2900">
                <a:solidFill>
                  <a:schemeClr val="tx1"/>
                </a:solidFill>
                <a:latin typeface="Arial Narrow" panose="020B0604020202020204" pitchFamily="34" charset="0"/>
                <a:ea typeface="ＭＳ Ｐゴシック" panose="020B0600070205080204" pitchFamily="34" charset="-128"/>
              </a:defRPr>
            </a:lvl2pPr>
            <a:lvl3pPr marL="1143000" indent="-228600">
              <a:defRPr sz="2900">
                <a:solidFill>
                  <a:schemeClr val="tx1"/>
                </a:solidFill>
                <a:latin typeface="Arial Narrow" panose="020B0604020202020204" pitchFamily="34" charset="0"/>
                <a:ea typeface="ＭＳ Ｐゴシック" panose="020B0600070205080204" pitchFamily="34" charset="-128"/>
              </a:defRPr>
            </a:lvl3pPr>
            <a:lvl4pPr marL="1600200" indent="-228600">
              <a:defRPr sz="2900">
                <a:solidFill>
                  <a:schemeClr val="tx1"/>
                </a:solidFill>
                <a:latin typeface="Arial Narrow" panose="020B0604020202020204" pitchFamily="34" charset="0"/>
                <a:ea typeface="ＭＳ Ｐゴシック" panose="020B0600070205080204" pitchFamily="34" charset="-128"/>
              </a:defRPr>
            </a:lvl4pPr>
            <a:lvl5pPr marL="2057400" indent="-228600">
              <a:defRPr sz="2900">
                <a:solidFill>
                  <a:schemeClr val="tx1"/>
                </a:solidFill>
                <a:latin typeface="Arial Narrow"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ＭＳ Ｐゴシック" panose="020B0600070205080204" pitchFamily="34" charset="-128"/>
              </a:defRPr>
            </a:lvl9pPr>
          </a:lstStyle>
          <a:p>
            <a:pPr algn="ctr" eaLnBrk="1" hangingPunct="1">
              <a:spcBef>
                <a:spcPct val="50000"/>
              </a:spcBef>
              <a:defRPr/>
            </a:pPr>
            <a:r>
              <a:rPr lang="en-US" sz="8000" b="1" dirty="0">
                <a:solidFill>
                  <a:schemeClr val="bg1"/>
                </a:solidFill>
                <a:latin typeface="Arial" panose="020B0604020202020204" pitchFamily="34" charset="0"/>
                <a:cs typeface="Arial" panose="020B0604020202020204" pitchFamily="34" charset="0"/>
              </a:rPr>
              <a:t>Team 29: Battery Cycler for Lithium-Ion Cells</a:t>
            </a:r>
            <a:endParaRPr lang="en-CA" altLang="en-US" sz="8000" b="1" spc="300"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
        <p:nvSpPr>
          <p:cNvPr id="6150" name="Text Box 406">
            <a:extLst>
              <a:ext uri="{FF2B5EF4-FFF2-40B4-BE49-F238E27FC236}">
                <a16:creationId xmlns:a16="http://schemas.microsoft.com/office/drawing/2014/main" id="{693890C6-6259-71F7-6E4C-6AF355BDB1D5}"/>
              </a:ext>
            </a:extLst>
          </p:cNvPr>
          <p:cNvSpPr txBox="1">
            <a:spLocks noChangeArrowheads="1"/>
          </p:cNvSpPr>
          <p:nvPr/>
        </p:nvSpPr>
        <p:spPr bwMode="auto">
          <a:xfrm>
            <a:off x="827087" y="6234391"/>
            <a:ext cx="12939713" cy="646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0" tIns="457200" rIns="457200" bIns="457200">
            <a:spAutoFit/>
          </a:bodyPr>
          <a:lstStyle>
            <a:lvl1pPr defTabSz="4389438">
              <a:defRPr sz="2900">
                <a:solidFill>
                  <a:schemeClr val="tx1"/>
                </a:solidFill>
                <a:latin typeface="Arial Narrow" panose="020B0604020202020204" pitchFamily="34" charset="0"/>
                <a:ea typeface="MS PGothic" panose="020B0600070205080204" pitchFamily="34" charset="-128"/>
              </a:defRPr>
            </a:lvl1pPr>
            <a:lvl2pPr marL="742950" indent="-285750" defTabSz="4389438">
              <a:defRPr sz="2900">
                <a:solidFill>
                  <a:schemeClr val="tx1"/>
                </a:solidFill>
                <a:latin typeface="Arial Narrow" panose="020B0604020202020204" pitchFamily="34" charset="0"/>
                <a:ea typeface="MS PGothic" panose="020B0600070205080204" pitchFamily="34" charset="-128"/>
              </a:defRPr>
            </a:lvl2pPr>
            <a:lvl3pPr marL="1143000" indent="-228600" defTabSz="4389438">
              <a:defRPr sz="2900">
                <a:solidFill>
                  <a:schemeClr val="tx1"/>
                </a:solidFill>
                <a:latin typeface="Arial Narrow" panose="020B0604020202020204" pitchFamily="34" charset="0"/>
                <a:ea typeface="MS PGothic" panose="020B0600070205080204" pitchFamily="34" charset="-128"/>
              </a:defRPr>
            </a:lvl3pPr>
            <a:lvl4pPr marL="1600200" indent="-228600" defTabSz="4389438">
              <a:defRPr sz="2900">
                <a:solidFill>
                  <a:schemeClr val="tx1"/>
                </a:solidFill>
                <a:latin typeface="Arial Narrow" panose="020B0604020202020204" pitchFamily="34" charset="0"/>
                <a:ea typeface="MS PGothic" panose="020B0600070205080204" pitchFamily="34" charset="-128"/>
              </a:defRPr>
            </a:lvl4pPr>
            <a:lvl5pPr marL="2057400" indent="-228600" defTabSz="4389438">
              <a:defRPr sz="2900">
                <a:solidFill>
                  <a:schemeClr val="tx1"/>
                </a:solidFill>
                <a:latin typeface="Arial Narrow" panose="020B0604020202020204" pitchFamily="34" charset="0"/>
                <a:ea typeface="MS PGothic" panose="020B0600070205080204" pitchFamily="34" charset="-128"/>
              </a:defRPr>
            </a:lvl5pPr>
            <a:lvl6pPr marL="25146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just"/>
            <a:r>
              <a:rPr lang="en-US" sz="3600" dirty="0">
                <a:latin typeface="Arial" panose="020B0604020202020204" pitchFamily="34" charset="0"/>
                <a:cs typeface="Arial" panose="020B0604020202020204" pitchFamily="34" charset="0"/>
              </a:rPr>
              <a:t>This project aims to create a low-cost automated battery cycler for testing single-cell lithium-ion batteries. It offers an affordable alternative to expensive commercial testers, making battery research more accessible to students and smaller labs. The system uses an Arduino UNO, INA219 sensor, TP4056 charging module, and logic-level MOSFETs, to control and monitor charging and discharging cycles. Voltage, current, power and temperature are measured in real-time, with data streamed to Python for datalogging and later analyzed using MATLAB. </a:t>
            </a:r>
          </a:p>
        </p:txBody>
      </p:sp>
      <p:sp>
        <p:nvSpPr>
          <p:cNvPr id="6153" name="Rectangle 8">
            <a:extLst>
              <a:ext uri="{FF2B5EF4-FFF2-40B4-BE49-F238E27FC236}">
                <a16:creationId xmlns:a16="http://schemas.microsoft.com/office/drawing/2014/main" id="{A33E83A4-F7FC-B3B7-B7F1-0316264F4873}"/>
              </a:ext>
            </a:extLst>
          </p:cNvPr>
          <p:cNvSpPr>
            <a:spLocks noChangeArrowheads="1"/>
          </p:cNvSpPr>
          <p:nvPr/>
        </p:nvSpPr>
        <p:spPr bwMode="auto">
          <a:xfrm>
            <a:off x="10817225" y="2336800"/>
            <a:ext cx="21310600" cy="2067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900">
                <a:solidFill>
                  <a:schemeClr val="tx1"/>
                </a:solidFill>
                <a:latin typeface="Arial Narrow" panose="020B0604020202020204" pitchFamily="34" charset="0"/>
                <a:ea typeface="MS PGothic" panose="020B0600070205080204" pitchFamily="34" charset="-128"/>
              </a:defRPr>
            </a:lvl1pPr>
            <a:lvl2pPr marL="742950" indent="-285750">
              <a:defRPr sz="2900">
                <a:solidFill>
                  <a:schemeClr val="tx1"/>
                </a:solidFill>
                <a:latin typeface="Arial Narrow" panose="020B0604020202020204" pitchFamily="34" charset="0"/>
                <a:ea typeface="MS PGothic" panose="020B0600070205080204" pitchFamily="34" charset="-128"/>
              </a:defRPr>
            </a:lvl2pPr>
            <a:lvl3pPr marL="1143000" indent="-228600">
              <a:defRPr sz="2900">
                <a:solidFill>
                  <a:schemeClr val="tx1"/>
                </a:solidFill>
                <a:latin typeface="Arial Narrow" panose="020B0604020202020204" pitchFamily="34" charset="0"/>
                <a:ea typeface="MS PGothic" panose="020B0600070205080204" pitchFamily="34" charset="-128"/>
              </a:defRPr>
            </a:lvl3pPr>
            <a:lvl4pPr marL="1600200" indent="-228600">
              <a:defRPr sz="2900">
                <a:solidFill>
                  <a:schemeClr val="tx1"/>
                </a:solidFill>
                <a:latin typeface="Arial Narrow" panose="020B0604020202020204" pitchFamily="34" charset="0"/>
                <a:ea typeface="MS PGothic" panose="020B0600070205080204" pitchFamily="34" charset="-128"/>
              </a:defRPr>
            </a:lvl4pPr>
            <a:lvl5pPr marL="2057400" indent="-228600">
              <a:defRPr sz="29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ctr" eaLnBrk="1" hangingPunct="1">
              <a:spcBef>
                <a:spcPts val="963"/>
              </a:spcBef>
            </a:pPr>
            <a:r>
              <a:rPr lang="en-CA" altLang="en-US" sz="6000" b="1" dirty="0">
                <a:solidFill>
                  <a:schemeClr val="bg1"/>
                </a:solidFill>
                <a:latin typeface="Arial" panose="020B0604020202020204" pitchFamily="34" charset="0"/>
                <a:cs typeface="Arial" panose="020B0604020202020204" pitchFamily="34" charset="0"/>
              </a:rPr>
              <a:t>Team Member: Abdullah Zafar, Zhiwei Zhang</a:t>
            </a:r>
          </a:p>
          <a:p>
            <a:pPr algn="ctr" eaLnBrk="1" hangingPunct="1">
              <a:spcBef>
                <a:spcPts val="963"/>
              </a:spcBef>
            </a:pPr>
            <a:r>
              <a:rPr lang="en-CA" altLang="en-US" sz="6000" b="1" dirty="0">
                <a:solidFill>
                  <a:schemeClr val="bg1"/>
                </a:solidFill>
                <a:latin typeface="Arial" panose="020B0604020202020204" pitchFamily="34" charset="0"/>
                <a:cs typeface="Arial" panose="020B0604020202020204" pitchFamily="34" charset="0"/>
              </a:rPr>
              <a:t>Faculty Advisor: </a:t>
            </a:r>
            <a:r>
              <a:rPr lang="en-US" sz="6000" b="1" dirty="0">
                <a:solidFill>
                  <a:schemeClr val="bg1"/>
                </a:solidFill>
                <a:latin typeface="Arial" panose="020B0604020202020204" pitchFamily="34" charset="0"/>
                <a:cs typeface="Arial" panose="020B0604020202020204" pitchFamily="34" charset="0"/>
              </a:rPr>
              <a:t>Dr. </a:t>
            </a:r>
            <a:r>
              <a:rPr lang="en-US" sz="6000" b="1" dirty="0" err="1">
                <a:solidFill>
                  <a:schemeClr val="bg1"/>
                </a:solidFill>
                <a:latin typeface="Arial" panose="020B0604020202020204" pitchFamily="34" charset="0"/>
                <a:cs typeface="Arial" panose="020B0604020202020204" pitchFamily="34" charset="0"/>
              </a:rPr>
              <a:t>Chunhong</a:t>
            </a:r>
            <a:r>
              <a:rPr lang="en-US" sz="6000" b="1" dirty="0">
                <a:solidFill>
                  <a:schemeClr val="bg1"/>
                </a:solidFill>
                <a:latin typeface="Arial" panose="020B0604020202020204" pitchFamily="34" charset="0"/>
                <a:cs typeface="Arial" panose="020B0604020202020204" pitchFamily="34" charset="0"/>
              </a:rPr>
              <a:t> Chen</a:t>
            </a:r>
            <a:endParaRPr lang="en-CA" altLang="en-US" sz="6000" b="1" dirty="0">
              <a:solidFill>
                <a:schemeClr val="bg1"/>
              </a:solidFill>
              <a:latin typeface="Arial" panose="020B0604020202020204" pitchFamily="34" charset="0"/>
              <a:cs typeface="Arial" panose="020B0604020202020204" pitchFamily="34" charset="0"/>
            </a:endParaRPr>
          </a:p>
        </p:txBody>
      </p:sp>
      <p:sp>
        <p:nvSpPr>
          <p:cNvPr id="6154" name="Rectangle 23">
            <a:extLst>
              <a:ext uri="{FF2B5EF4-FFF2-40B4-BE49-F238E27FC236}">
                <a16:creationId xmlns:a16="http://schemas.microsoft.com/office/drawing/2014/main" id="{9DF0799C-281D-EE57-22E6-FD9F5427DCA6}"/>
              </a:ext>
            </a:extLst>
          </p:cNvPr>
          <p:cNvSpPr>
            <a:spLocks noChangeArrowheads="1"/>
          </p:cNvSpPr>
          <p:nvPr/>
        </p:nvSpPr>
        <p:spPr bwMode="auto">
          <a:xfrm>
            <a:off x="703263" y="12535774"/>
            <a:ext cx="12960350" cy="708025"/>
          </a:xfrm>
          <a:prstGeom prst="rect">
            <a:avLst/>
          </a:prstGeom>
          <a:solidFill>
            <a:srgbClr val="1F497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900">
                <a:solidFill>
                  <a:schemeClr val="tx1"/>
                </a:solidFill>
                <a:latin typeface="Arial Narrow" panose="020B0604020202020204" pitchFamily="34" charset="0"/>
                <a:ea typeface="MS PGothic" panose="020B0600070205080204" pitchFamily="34" charset="-128"/>
              </a:defRPr>
            </a:lvl1pPr>
            <a:lvl2pPr marL="742950" indent="-285750">
              <a:defRPr sz="2900">
                <a:solidFill>
                  <a:schemeClr val="tx1"/>
                </a:solidFill>
                <a:latin typeface="Arial Narrow" panose="020B0604020202020204" pitchFamily="34" charset="0"/>
                <a:ea typeface="MS PGothic" panose="020B0600070205080204" pitchFamily="34" charset="-128"/>
              </a:defRPr>
            </a:lvl2pPr>
            <a:lvl3pPr marL="1143000" indent="-228600">
              <a:defRPr sz="2900">
                <a:solidFill>
                  <a:schemeClr val="tx1"/>
                </a:solidFill>
                <a:latin typeface="Arial Narrow" panose="020B0604020202020204" pitchFamily="34" charset="0"/>
                <a:ea typeface="MS PGothic" panose="020B0600070205080204" pitchFamily="34" charset="-128"/>
              </a:defRPr>
            </a:lvl3pPr>
            <a:lvl4pPr marL="1600200" indent="-228600">
              <a:defRPr sz="2900">
                <a:solidFill>
                  <a:schemeClr val="tx1"/>
                </a:solidFill>
                <a:latin typeface="Arial Narrow" panose="020B0604020202020204" pitchFamily="34" charset="0"/>
                <a:ea typeface="MS PGothic" panose="020B0600070205080204" pitchFamily="34" charset="-128"/>
              </a:defRPr>
            </a:lvl4pPr>
            <a:lvl5pPr marL="2057400" indent="-228600">
              <a:defRPr sz="29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ctr"/>
            <a:r>
              <a:rPr lang="en-US" altLang="en-US" sz="4000" b="1" dirty="0">
                <a:solidFill>
                  <a:schemeClr val="bg1"/>
                </a:solidFill>
                <a:latin typeface="Tahoma" panose="020B0604030504040204" pitchFamily="34" charset="0"/>
                <a:cs typeface="Tahoma" panose="020B0604030504040204" pitchFamily="34" charset="0"/>
              </a:rPr>
              <a:t>Introduction</a:t>
            </a:r>
          </a:p>
        </p:txBody>
      </p:sp>
      <p:sp>
        <p:nvSpPr>
          <p:cNvPr id="6156" name="Rectangle 23">
            <a:extLst>
              <a:ext uri="{FF2B5EF4-FFF2-40B4-BE49-F238E27FC236}">
                <a16:creationId xmlns:a16="http://schemas.microsoft.com/office/drawing/2014/main" id="{B1C7AE0F-B317-27BB-CBC6-57DEBD720FDD}"/>
              </a:ext>
            </a:extLst>
          </p:cNvPr>
          <p:cNvSpPr>
            <a:spLocks noChangeArrowheads="1"/>
          </p:cNvSpPr>
          <p:nvPr/>
        </p:nvSpPr>
        <p:spPr bwMode="auto">
          <a:xfrm>
            <a:off x="15406688" y="21002154"/>
            <a:ext cx="12960350" cy="708025"/>
          </a:xfrm>
          <a:prstGeom prst="rect">
            <a:avLst/>
          </a:prstGeom>
          <a:solidFill>
            <a:srgbClr val="1F497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900">
                <a:solidFill>
                  <a:schemeClr val="tx1"/>
                </a:solidFill>
                <a:latin typeface="Arial Narrow" panose="020B0604020202020204" pitchFamily="34" charset="0"/>
                <a:ea typeface="MS PGothic" panose="020B0600070205080204" pitchFamily="34" charset="-128"/>
              </a:defRPr>
            </a:lvl1pPr>
            <a:lvl2pPr marL="742950" indent="-285750">
              <a:defRPr sz="2900">
                <a:solidFill>
                  <a:schemeClr val="tx1"/>
                </a:solidFill>
                <a:latin typeface="Arial Narrow" panose="020B0604020202020204" pitchFamily="34" charset="0"/>
                <a:ea typeface="MS PGothic" panose="020B0600070205080204" pitchFamily="34" charset="-128"/>
              </a:defRPr>
            </a:lvl2pPr>
            <a:lvl3pPr marL="1143000" indent="-228600">
              <a:defRPr sz="2900">
                <a:solidFill>
                  <a:schemeClr val="tx1"/>
                </a:solidFill>
                <a:latin typeface="Arial Narrow" panose="020B0604020202020204" pitchFamily="34" charset="0"/>
                <a:ea typeface="MS PGothic" panose="020B0600070205080204" pitchFamily="34" charset="-128"/>
              </a:defRPr>
            </a:lvl3pPr>
            <a:lvl4pPr marL="1600200" indent="-228600">
              <a:defRPr sz="2900">
                <a:solidFill>
                  <a:schemeClr val="tx1"/>
                </a:solidFill>
                <a:latin typeface="Arial Narrow" panose="020B0604020202020204" pitchFamily="34" charset="0"/>
                <a:ea typeface="MS PGothic" panose="020B0600070205080204" pitchFamily="34" charset="-128"/>
              </a:defRPr>
            </a:lvl4pPr>
            <a:lvl5pPr marL="2057400" indent="-228600">
              <a:defRPr sz="29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ctr"/>
            <a:r>
              <a:rPr lang="en-US" altLang="en-US" sz="4000" b="1" dirty="0">
                <a:solidFill>
                  <a:schemeClr val="bg1"/>
                </a:solidFill>
                <a:latin typeface="Tahoma" panose="020B0604030504040204" pitchFamily="34" charset="0"/>
                <a:cs typeface="Tahoma" panose="020B0604030504040204" pitchFamily="34" charset="0"/>
              </a:rPr>
              <a:t>Experimental Result</a:t>
            </a:r>
          </a:p>
        </p:txBody>
      </p:sp>
      <p:sp>
        <p:nvSpPr>
          <p:cNvPr id="6157" name="Rectangle 23">
            <a:extLst>
              <a:ext uri="{FF2B5EF4-FFF2-40B4-BE49-F238E27FC236}">
                <a16:creationId xmlns:a16="http://schemas.microsoft.com/office/drawing/2014/main" id="{E9395FCD-ADA1-48C0-FFA9-87F2B0C47726}"/>
              </a:ext>
            </a:extLst>
          </p:cNvPr>
          <p:cNvSpPr>
            <a:spLocks noChangeArrowheads="1"/>
          </p:cNvSpPr>
          <p:nvPr/>
        </p:nvSpPr>
        <p:spPr bwMode="auto">
          <a:xfrm>
            <a:off x="30144879" y="18993246"/>
            <a:ext cx="12960350" cy="708025"/>
          </a:xfrm>
          <a:prstGeom prst="rect">
            <a:avLst/>
          </a:prstGeom>
          <a:solidFill>
            <a:srgbClr val="1F497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900">
                <a:solidFill>
                  <a:schemeClr val="tx1"/>
                </a:solidFill>
                <a:latin typeface="Arial Narrow" panose="020B0604020202020204" pitchFamily="34" charset="0"/>
                <a:ea typeface="MS PGothic" panose="020B0600070205080204" pitchFamily="34" charset="-128"/>
              </a:defRPr>
            </a:lvl1pPr>
            <a:lvl2pPr marL="742950" indent="-285750">
              <a:defRPr sz="2900">
                <a:solidFill>
                  <a:schemeClr val="tx1"/>
                </a:solidFill>
                <a:latin typeface="Arial Narrow" panose="020B0604020202020204" pitchFamily="34" charset="0"/>
                <a:ea typeface="MS PGothic" panose="020B0600070205080204" pitchFamily="34" charset="-128"/>
              </a:defRPr>
            </a:lvl2pPr>
            <a:lvl3pPr marL="1143000" indent="-228600">
              <a:defRPr sz="2900">
                <a:solidFill>
                  <a:schemeClr val="tx1"/>
                </a:solidFill>
                <a:latin typeface="Arial Narrow" panose="020B0604020202020204" pitchFamily="34" charset="0"/>
                <a:ea typeface="MS PGothic" panose="020B0600070205080204" pitchFamily="34" charset="-128"/>
              </a:defRPr>
            </a:lvl3pPr>
            <a:lvl4pPr marL="1600200" indent="-228600">
              <a:defRPr sz="2900">
                <a:solidFill>
                  <a:schemeClr val="tx1"/>
                </a:solidFill>
                <a:latin typeface="Arial Narrow" panose="020B0604020202020204" pitchFamily="34" charset="0"/>
                <a:ea typeface="MS PGothic" panose="020B0600070205080204" pitchFamily="34" charset="-128"/>
              </a:defRPr>
            </a:lvl4pPr>
            <a:lvl5pPr marL="2057400" indent="-228600">
              <a:defRPr sz="29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ctr"/>
            <a:r>
              <a:rPr lang="en-US" altLang="en-US" sz="4000" b="1" dirty="0">
                <a:solidFill>
                  <a:schemeClr val="bg1"/>
                </a:solidFill>
                <a:latin typeface="Tahoma" panose="020B0604030504040204" pitchFamily="34" charset="0"/>
                <a:cs typeface="Tahoma" panose="020B0604030504040204" pitchFamily="34" charset="0"/>
              </a:rPr>
              <a:t>Future Work</a:t>
            </a:r>
          </a:p>
        </p:txBody>
      </p:sp>
      <p:sp>
        <p:nvSpPr>
          <p:cNvPr id="6158" name="Rectangle 23">
            <a:extLst>
              <a:ext uri="{FF2B5EF4-FFF2-40B4-BE49-F238E27FC236}">
                <a16:creationId xmlns:a16="http://schemas.microsoft.com/office/drawing/2014/main" id="{9805CF7F-286C-9624-66A3-BBF5CDC16EC2}"/>
              </a:ext>
            </a:extLst>
          </p:cNvPr>
          <p:cNvSpPr>
            <a:spLocks noChangeArrowheads="1"/>
          </p:cNvSpPr>
          <p:nvPr/>
        </p:nvSpPr>
        <p:spPr bwMode="auto">
          <a:xfrm>
            <a:off x="30105350" y="12287409"/>
            <a:ext cx="12958762" cy="708025"/>
          </a:xfrm>
          <a:prstGeom prst="rect">
            <a:avLst/>
          </a:prstGeom>
          <a:solidFill>
            <a:srgbClr val="1F497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900">
                <a:solidFill>
                  <a:schemeClr val="tx1"/>
                </a:solidFill>
                <a:latin typeface="Arial Narrow" panose="020B0604020202020204" pitchFamily="34" charset="0"/>
                <a:ea typeface="MS PGothic" panose="020B0600070205080204" pitchFamily="34" charset="-128"/>
              </a:defRPr>
            </a:lvl1pPr>
            <a:lvl2pPr marL="742950" indent="-285750">
              <a:defRPr sz="2900">
                <a:solidFill>
                  <a:schemeClr val="tx1"/>
                </a:solidFill>
                <a:latin typeface="Arial Narrow" panose="020B0604020202020204" pitchFamily="34" charset="0"/>
                <a:ea typeface="MS PGothic" panose="020B0600070205080204" pitchFamily="34" charset="-128"/>
              </a:defRPr>
            </a:lvl2pPr>
            <a:lvl3pPr marL="1143000" indent="-228600">
              <a:defRPr sz="2900">
                <a:solidFill>
                  <a:schemeClr val="tx1"/>
                </a:solidFill>
                <a:latin typeface="Arial Narrow" panose="020B0604020202020204" pitchFamily="34" charset="0"/>
                <a:ea typeface="MS PGothic" panose="020B0600070205080204" pitchFamily="34" charset="-128"/>
              </a:defRPr>
            </a:lvl3pPr>
            <a:lvl4pPr marL="1600200" indent="-228600">
              <a:defRPr sz="2900">
                <a:solidFill>
                  <a:schemeClr val="tx1"/>
                </a:solidFill>
                <a:latin typeface="Arial Narrow" panose="020B0604020202020204" pitchFamily="34" charset="0"/>
                <a:ea typeface="MS PGothic" panose="020B0600070205080204" pitchFamily="34" charset="-128"/>
              </a:defRPr>
            </a:lvl4pPr>
            <a:lvl5pPr marL="2057400" indent="-228600">
              <a:defRPr sz="29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ctr"/>
            <a:r>
              <a:rPr lang="en-US" altLang="en-US" sz="4000" b="1" dirty="0">
                <a:solidFill>
                  <a:schemeClr val="bg1"/>
                </a:solidFill>
                <a:latin typeface="Tahoma" panose="020B0604030504040204" pitchFamily="34" charset="0"/>
                <a:cs typeface="Tahoma" panose="020B0604030504040204" pitchFamily="34" charset="0"/>
              </a:rPr>
              <a:t>Conclusions</a:t>
            </a:r>
          </a:p>
        </p:txBody>
      </p:sp>
      <p:sp>
        <p:nvSpPr>
          <p:cNvPr id="6159" name="Rectangle 23">
            <a:extLst>
              <a:ext uri="{FF2B5EF4-FFF2-40B4-BE49-F238E27FC236}">
                <a16:creationId xmlns:a16="http://schemas.microsoft.com/office/drawing/2014/main" id="{65BAA183-8809-234B-9713-80CF00017516}"/>
              </a:ext>
            </a:extLst>
          </p:cNvPr>
          <p:cNvSpPr>
            <a:spLocks noChangeArrowheads="1"/>
          </p:cNvSpPr>
          <p:nvPr/>
        </p:nvSpPr>
        <p:spPr bwMode="auto">
          <a:xfrm>
            <a:off x="723901" y="22879561"/>
            <a:ext cx="12960350" cy="708025"/>
          </a:xfrm>
          <a:prstGeom prst="rect">
            <a:avLst/>
          </a:prstGeom>
          <a:solidFill>
            <a:srgbClr val="1F497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900">
                <a:solidFill>
                  <a:schemeClr val="tx1"/>
                </a:solidFill>
                <a:latin typeface="Arial Narrow" panose="020B0604020202020204" pitchFamily="34" charset="0"/>
                <a:ea typeface="MS PGothic" panose="020B0600070205080204" pitchFamily="34" charset="-128"/>
              </a:defRPr>
            </a:lvl1pPr>
            <a:lvl2pPr marL="742950" indent="-285750">
              <a:defRPr sz="2900">
                <a:solidFill>
                  <a:schemeClr val="tx1"/>
                </a:solidFill>
                <a:latin typeface="Arial Narrow" panose="020B0604020202020204" pitchFamily="34" charset="0"/>
                <a:ea typeface="MS PGothic" panose="020B0600070205080204" pitchFamily="34" charset="-128"/>
              </a:defRPr>
            </a:lvl2pPr>
            <a:lvl3pPr marL="1143000" indent="-228600">
              <a:defRPr sz="2900">
                <a:solidFill>
                  <a:schemeClr val="tx1"/>
                </a:solidFill>
                <a:latin typeface="Arial Narrow" panose="020B0604020202020204" pitchFamily="34" charset="0"/>
                <a:ea typeface="MS PGothic" panose="020B0600070205080204" pitchFamily="34" charset="-128"/>
              </a:defRPr>
            </a:lvl3pPr>
            <a:lvl4pPr marL="1600200" indent="-228600">
              <a:defRPr sz="2900">
                <a:solidFill>
                  <a:schemeClr val="tx1"/>
                </a:solidFill>
                <a:latin typeface="Arial Narrow" panose="020B0604020202020204" pitchFamily="34" charset="0"/>
                <a:ea typeface="MS PGothic" panose="020B0600070205080204" pitchFamily="34" charset="-128"/>
              </a:defRPr>
            </a:lvl4pPr>
            <a:lvl5pPr marL="2057400" indent="-228600">
              <a:defRPr sz="29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ctr"/>
            <a:r>
              <a:rPr lang="en-US" altLang="en-US" sz="4000" b="1" dirty="0">
                <a:solidFill>
                  <a:schemeClr val="bg1"/>
                </a:solidFill>
                <a:latin typeface="Tahoma" panose="020B0604030504040204" pitchFamily="34" charset="0"/>
                <a:cs typeface="Tahoma" panose="020B0604030504040204" pitchFamily="34" charset="0"/>
              </a:rPr>
              <a:t>Deliverables</a:t>
            </a:r>
          </a:p>
        </p:txBody>
      </p:sp>
      <p:sp>
        <p:nvSpPr>
          <p:cNvPr id="6160" name="Rectangle 23">
            <a:extLst>
              <a:ext uri="{FF2B5EF4-FFF2-40B4-BE49-F238E27FC236}">
                <a16:creationId xmlns:a16="http://schemas.microsoft.com/office/drawing/2014/main" id="{C7F7C511-706D-09D8-AFF0-A6AC5F13C446}"/>
              </a:ext>
            </a:extLst>
          </p:cNvPr>
          <p:cNvSpPr>
            <a:spLocks noChangeArrowheads="1"/>
          </p:cNvSpPr>
          <p:nvPr/>
        </p:nvSpPr>
        <p:spPr bwMode="auto">
          <a:xfrm>
            <a:off x="709613" y="5645150"/>
            <a:ext cx="12958762" cy="708025"/>
          </a:xfrm>
          <a:prstGeom prst="rect">
            <a:avLst/>
          </a:prstGeom>
          <a:solidFill>
            <a:srgbClr val="1F497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900">
                <a:solidFill>
                  <a:schemeClr val="tx1"/>
                </a:solidFill>
                <a:latin typeface="Arial Narrow" panose="020B0604020202020204" pitchFamily="34" charset="0"/>
                <a:ea typeface="MS PGothic" panose="020B0600070205080204" pitchFamily="34" charset="-128"/>
              </a:defRPr>
            </a:lvl1pPr>
            <a:lvl2pPr marL="742950" indent="-285750">
              <a:defRPr sz="2900">
                <a:solidFill>
                  <a:schemeClr val="tx1"/>
                </a:solidFill>
                <a:latin typeface="Arial Narrow" panose="020B0604020202020204" pitchFamily="34" charset="0"/>
                <a:ea typeface="MS PGothic" panose="020B0600070205080204" pitchFamily="34" charset="-128"/>
              </a:defRPr>
            </a:lvl2pPr>
            <a:lvl3pPr marL="1143000" indent="-228600">
              <a:defRPr sz="2900">
                <a:solidFill>
                  <a:schemeClr val="tx1"/>
                </a:solidFill>
                <a:latin typeface="Arial Narrow" panose="020B0604020202020204" pitchFamily="34" charset="0"/>
                <a:ea typeface="MS PGothic" panose="020B0600070205080204" pitchFamily="34" charset="-128"/>
              </a:defRPr>
            </a:lvl3pPr>
            <a:lvl4pPr marL="1600200" indent="-228600">
              <a:defRPr sz="2900">
                <a:solidFill>
                  <a:schemeClr val="tx1"/>
                </a:solidFill>
                <a:latin typeface="Arial Narrow" panose="020B0604020202020204" pitchFamily="34" charset="0"/>
                <a:ea typeface="MS PGothic" panose="020B0600070205080204" pitchFamily="34" charset="-128"/>
              </a:defRPr>
            </a:lvl4pPr>
            <a:lvl5pPr marL="2057400" indent="-228600">
              <a:defRPr sz="29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ctr"/>
            <a:r>
              <a:rPr lang="en-US" altLang="en-US" sz="4000" b="1" dirty="0">
                <a:solidFill>
                  <a:schemeClr val="bg1"/>
                </a:solidFill>
                <a:latin typeface="Tahoma" panose="020B0604030504040204" pitchFamily="34" charset="0"/>
                <a:cs typeface="Tahoma" panose="020B0604030504040204" pitchFamily="34" charset="0"/>
              </a:rPr>
              <a:t>Abstract</a:t>
            </a:r>
          </a:p>
        </p:txBody>
      </p:sp>
      <p:sp>
        <p:nvSpPr>
          <p:cNvPr id="6161" name="Text Box 389">
            <a:extLst>
              <a:ext uri="{FF2B5EF4-FFF2-40B4-BE49-F238E27FC236}">
                <a16:creationId xmlns:a16="http://schemas.microsoft.com/office/drawing/2014/main" id="{22200908-9D8D-C23B-B244-80DA1D87E8B8}"/>
              </a:ext>
            </a:extLst>
          </p:cNvPr>
          <p:cNvSpPr txBox="1">
            <a:spLocks noChangeArrowheads="1"/>
          </p:cNvSpPr>
          <p:nvPr/>
        </p:nvSpPr>
        <p:spPr bwMode="auto">
          <a:xfrm>
            <a:off x="703263" y="12983331"/>
            <a:ext cx="12900025" cy="10341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0" tIns="457200" rIns="457200" bIns="457200">
            <a:spAutoFit/>
          </a:bodyPr>
          <a:lstStyle>
            <a:lvl1pPr defTabSz="4389438">
              <a:defRPr sz="2900">
                <a:solidFill>
                  <a:schemeClr val="tx1"/>
                </a:solidFill>
                <a:latin typeface="Arial Narrow" panose="020B0604020202020204" pitchFamily="34" charset="0"/>
                <a:ea typeface="MS PGothic" panose="020B0600070205080204" pitchFamily="34" charset="-128"/>
              </a:defRPr>
            </a:lvl1pPr>
            <a:lvl2pPr marL="742950" indent="-285750" defTabSz="4389438">
              <a:defRPr sz="2900">
                <a:solidFill>
                  <a:schemeClr val="tx1"/>
                </a:solidFill>
                <a:latin typeface="Arial Narrow" panose="020B0604020202020204" pitchFamily="34" charset="0"/>
                <a:ea typeface="MS PGothic" panose="020B0600070205080204" pitchFamily="34" charset="-128"/>
              </a:defRPr>
            </a:lvl2pPr>
            <a:lvl3pPr marL="1143000" indent="-228600" defTabSz="4389438">
              <a:defRPr sz="2900">
                <a:solidFill>
                  <a:schemeClr val="tx1"/>
                </a:solidFill>
                <a:latin typeface="Arial Narrow" panose="020B0604020202020204" pitchFamily="34" charset="0"/>
                <a:ea typeface="MS PGothic" panose="020B0600070205080204" pitchFamily="34" charset="-128"/>
              </a:defRPr>
            </a:lvl3pPr>
            <a:lvl4pPr marL="1600200" indent="-228600" defTabSz="4389438">
              <a:defRPr sz="2900">
                <a:solidFill>
                  <a:schemeClr val="tx1"/>
                </a:solidFill>
                <a:latin typeface="Arial Narrow" panose="020B0604020202020204" pitchFamily="34" charset="0"/>
                <a:ea typeface="MS PGothic" panose="020B0600070205080204" pitchFamily="34" charset="-128"/>
              </a:defRPr>
            </a:lvl4pPr>
            <a:lvl5pPr marL="2057400" indent="-228600" defTabSz="4389438">
              <a:defRPr sz="2900">
                <a:solidFill>
                  <a:schemeClr val="tx1"/>
                </a:solidFill>
                <a:latin typeface="Arial Narrow" panose="020B0604020202020204" pitchFamily="34" charset="0"/>
                <a:ea typeface="MS PGothic" panose="020B0600070205080204" pitchFamily="34" charset="-128"/>
              </a:defRPr>
            </a:lvl5pPr>
            <a:lvl6pPr marL="25146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just"/>
            <a:r>
              <a:rPr lang="en-GB" sz="3600" dirty="0">
                <a:latin typeface="Arial" panose="020B0604020202020204" pitchFamily="34" charset="0"/>
                <a:cs typeface="Arial" panose="020B0604020202020204" pitchFamily="34" charset="0"/>
              </a:rPr>
              <a:t>This project addresses the high cost of battery testing by developing a low-cost, automated battery cycler using widely available components. The current state-of-the-art in battery testing offer multi-channel, high-precision control, but cost thousands of dollars and are out of reach to students, and small-scale researchers. Our solution repurposes an Arduino UNO, INA219 current sensor, NTC thermistor, TP4056 charging module, and logic-level MOSFETs into a reliable, single-cell battery cycler. It automates the charging and discharging process while measuring voltage, current, power, and temperature in real-time. Data is streamed and logged via Python, then </a:t>
            </a:r>
            <a:r>
              <a:rPr lang="en-GB" sz="3600" dirty="0" err="1">
                <a:latin typeface="Arial" panose="020B0604020202020204" pitchFamily="34" charset="0"/>
                <a:cs typeface="Arial" panose="020B0604020202020204" pitchFamily="34" charset="0"/>
              </a:rPr>
              <a:t>analyzed</a:t>
            </a:r>
            <a:r>
              <a:rPr lang="en-GB" sz="3600" dirty="0">
                <a:latin typeface="Arial" panose="020B0604020202020204" pitchFamily="34" charset="0"/>
                <a:cs typeface="Arial" panose="020B0604020202020204" pitchFamily="34" charset="0"/>
              </a:rPr>
              <a:t> using MATLAB to provide professional-quality results. By utilizing low-cost components and open-source tools, this project provides a practical and scalable alternative to commercial testers, so battery research and testing can be done on a budget.</a:t>
            </a:r>
          </a:p>
        </p:txBody>
      </p:sp>
      <p:pic>
        <p:nvPicPr>
          <p:cNvPr id="4" name="Picture 3" descr="A black background with white text&#10;&#10;Description automatically generated">
            <a:extLst>
              <a:ext uri="{FF2B5EF4-FFF2-40B4-BE49-F238E27FC236}">
                <a16:creationId xmlns:a16="http://schemas.microsoft.com/office/drawing/2014/main" id="{F040004F-ADCF-FD99-2B61-87F7B06A7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77524" y="20777"/>
            <a:ext cx="6858000" cy="2578100"/>
          </a:xfrm>
          <a:prstGeom prst="rect">
            <a:avLst/>
          </a:prstGeom>
        </p:spPr>
      </p:pic>
      <p:sp>
        <p:nvSpPr>
          <p:cNvPr id="6" name="Rectangle 8">
            <a:extLst>
              <a:ext uri="{FF2B5EF4-FFF2-40B4-BE49-F238E27FC236}">
                <a16:creationId xmlns:a16="http://schemas.microsoft.com/office/drawing/2014/main" id="{1B4AC242-3EFA-8C06-33A3-B1B66599D9AC}"/>
              </a:ext>
            </a:extLst>
          </p:cNvPr>
          <p:cNvSpPr>
            <a:spLocks noChangeArrowheads="1"/>
          </p:cNvSpPr>
          <p:nvPr/>
        </p:nvSpPr>
        <p:spPr bwMode="auto">
          <a:xfrm>
            <a:off x="35674300" y="2175121"/>
            <a:ext cx="7507287"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900">
                <a:solidFill>
                  <a:schemeClr val="tx1"/>
                </a:solidFill>
                <a:latin typeface="Arial Narrow" panose="020B0604020202020204" pitchFamily="34" charset="0"/>
                <a:ea typeface="MS PGothic" panose="020B0600070205080204" pitchFamily="34" charset="-128"/>
              </a:defRPr>
            </a:lvl1pPr>
            <a:lvl2pPr marL="742950" indent="-285750">
              <a:defRPr sz="2900">
                <a:solidFill>
                  <a:schemeClr val="tx1"/>
                </a:solidFill>
                <a:latin typeface="Arial Narrow" panose="020B0604020202020204" pitchFamily="34" charset="0"/>
                <a:ea typeface="MS PGothic" panose="020B0600070205080204" pitchFamily="34" charset="-128"/>
              </a:defRPr>
            </a:lvl2pPr>
            <a:lvl3pPr marL="1143000" indent="-228600">
              <a:defRPr sz="2900">
                <a:solidFill>
                  <a:schemeClr val="tx1"/>
                </a:solidFill>
                <a:latin typeface="Arial Narrow" panose="020B0604020202020204" pitchFamily="34" charset="0"/>
                <a:ea typeface="MS PGothic" panose="020B0600070205080204" pitchFamily="34" charset="-128"/>
              </a:defRPr>
            </a:lvl3pPr>
            <a:lvl4pPr marL="1600200" indent="-228600">
              <a:defRPr sz="2900">
                <a:solidFill>
                  <a:schemeClr val="tx1"/>
                </a:solidFill>
                <a:latin typeface="Arial Narrow" panose="020B0604020202020204" pitchFamily="34" charset="0"/>
                <a:ea typeface="MS PGothic" panose="020B0600070205080204" pitchFamily="34" charset="-128"/>
              </a:defRPr>
            </a:lvl4pPr>
            <a:lvl5pPr marL="2057400" indent="-228600">
              <a:defRPr sz="29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ctr" eaLnBrk="1" hangingPunct="1">
              <a:spcBef>
                <a:spcPts val="963"/>
              </a:spcBef>
            </a:pPr>
            <a:r>
              <a:rPr lang="en-US" sz="4000" dirty="0">
                <a:solidFill>
                  <a:schemeClr val="bg1"/>
                </a:solidFill>
                <a:latin typeface="Arial" panose="020B0604020202020204" pitchFamily="34" charset="0"/>
                <a:cs typeface="Arial" panose="020B0604020202020204" pitchFamily="34" charset="0"/>
              </a:rPr>
              <a:t>Department of Electrical and Computer Engineering</a:t>
            </a:r>
            <a:br>
              <a:rPr lang="en-US" sz="4000" dirty="0">
                <a:solidFill>
                  <a:schemeClr val="bg1"/>
                </a:solidFill>
                <a:latin typeface="Arial" panose="020B0604020202020204" pitchFamily="34" charset="0"/>
                <a:cs typeface="Arial" panose="020B0604020202020204" pitchFamily="34" charset="0"/>
              </a:rPr>
            </a:br>
            <a:r>
              <a:rPr lang="en-US" sz="4000" dirty="0">
                <a:solidFill>
                  <a:schemeClr val="bg1"/>
                </a:solidFill>
                <a:latin typeface="Arial" panose="020B0604020202020204" pitchFamily="34" charset="0"/>
                <a:cs typeface="Arial" panose="020B0604020202020204" pitchFamily="34" charset="0"/>
              </a:rPr>
              <a:t>Capstone 2025: Team #29</a:t>
            </a:r>
            <a:br>
              <a:rPr lang="en-US" sz="4000" dirty="0">
                <a:solidFill>
                  <a:schemeClr val="bg1"/>
                </a:solidFill>
                <a:latin typeface="Arial" panose="020B0604020202020204" pitchFamily="34" charset="0"/>
                <a:cs typeface="Arial" panose="020B0604020202020204" pitchFamily="34" charset="0"/>
              </a:rPr>
            </a:br>
            <a:r>
              <a:rPr lang="en-US" sz="4000" dirty="0">
                <a:solidFill>
                  <a:schemeClr val="bg1"/>
                </a:solidFill>
                <a:latin typeface="Arial" panose="020B0604020202020204" pitchFamily="34" charset="0"/>
                <a:cs typeface="Arial" panose="020B0604020202020204" pitchFamily="34" charset="0"/>
              </a:rPr>
              <a:t>July 25th, 2025</a:t>
            </a:r>
            <a:endParaRPr lang="en-CA" altLang="en-US" sz="4000" b="1" dirty="0">
              <a:solidFill>
                <a:schemeClr val="bg1"/>
              </a:solidFill>
              <a:latin typeface="Arial" panose="020B0604020202020204" pitchFamily="34" charset="0"/>
              <a:cs typeface="Arial" panose="020B0604020202020204" pitchFamily="34" charset="0"/>
            </a:endParaRPr>
          </a:p>
        </p:txBody>
      </p:sp>
      <p:sp>
        <p:nvSpPr>
          <p:cNvPr id="7" name="Rectangle 23">
            <a:extLst>
              <a:ext uri="{FF2B5EF4-FFF2-40B4-BE49-F238E27FC236}">
                <a16:creationId xmlns:a16="http://schemas.microsoft.com/office/drawing/2014/main" id="{12A642E1-4217-216C-9B60-0602E0193312}"/>
              </a:ext>
            </a:extLst>
          </p:cNvPr>
          <p:cNvSpPr>
            <a:spLocks noChangeArrowheads="1"/>
          </p:cNvSpPr>
          <p:nvPr/>
        </p:nvSpPr>
        <p:spPr bwMode="auto">
          <a:xfrm>
            <a:off x="30122811" y="29699319"/>
            <a:ext cx="12960350" cy="708025"/>
          </a:xfrm>
          <a:prstGeom prst="rect">
            <a:avLst/>
          </a:prstGeom>
          <a:solidFill>
            <a:srgbClr val="1F497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900">
                <a:solidFill>
                  <a:schemeClr val="tx1"/>
                </a:solidFill>
                <a:latin typeface="Arial Narrow" panose="020B0604020202020204" pitchFamily="34" charset="0"/>
                <a:ea typeface="MS PGothic" panose="020B0600070205080204" pitchFamily="34" charset="-128"/>
              </a:defRPr>
            </a:lvl1pPr>
            <a:lvl2pPr marL="742950" indent="-285750">
              <a:defRPr sz="2900">
                <a:solidFill>
                  <a:schemeClr val="tx1"/>
                </a:solidFill>
                <a:latin typeface="Arial Narrow" panose="020B0604020202020204" pitchFamily="34" charset="0"/>
                <a:ea typeface="MS PGothic" panose="020B0600070205080204" pitchFamily="34" charset="-128"/>
              </a:defRPr>
            </a:lvl2pPr>
            <a:lvl3pPr marL="1143000" indent="-228600">
              <a:defRPr sz="2900">
                <a:solidFill>
                  <a:schemeClr val="tx1"/>
                </a:solidFill>
                <a:latin typeface="Arial Narrow" panose="020B0604020202020204" pitchFamily="34" charset="0"/>
                <a:ea typeface="MS PGothic" panose="020B0600070205080204" pitchFamily="34" charset="-128"/>
              </a:defRPr>
            </a:lvl3pPr>
            <a:lvl4pPr marL="1600200" indent="-228600">
              <a:defRPr sz="2900">
                <a:solidFill>
                  <a:schemeClr val="tx1"/>
                </a:solidFill>
                <a:latin typeface="Arial Narrow" panose="020B0604020202020204" pitchFamily="34" charset="0"/>
                <a:ea typeface="MS PGothic" panose="020B0600070205080204" pitchFamily="34" charset="-128"/>
              </a:defRPr>
            </a:lvl4pPr>
            <a:lvl5pPr marL="2057400" indent="-228600">
              <a:defRPr sz="2900">
                <a:solidFill>
                  <a:schemeClr val="tx1"/>
                </a:solidFill>
                <a:latin typeface="Arial Narrow"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ctr"/>
            <a:r>
              <a:rPr lang="en-US" altLang="en-US" sz="4000" b="1" dirty="0">
                <a:solidFill>
                  <a:schemeClr val="bg1"/>
                </a:solidFill>
                <a:latin typeface="Tahoma" panose="020B0604030504040204" pitchFamily="34" charset="0"/>
                <a:cs typeface="Tahoma" panose="020B0604030504040204" pitchFamily="34" charset="0"/>
              </a:rPr>
              <a:t>Acknowledgement</a:t>
            </a:r>
          </a:p>
        </p:txBody>
      </p:sp>
      <p:sp>
        <p:nvSpPr>
          <p:cNvPr id="14" name="Text Box 406">
            <a:extLst>
              <a:ext uri="{FF2B5EF4-FFF2-40B4-BE49-F238E27FC236}">
                <a16:creationId xmlns:a16="http://schemas.microsoft.com/office/drawing/2014/main" id="{ED314DFC-1689-1EC6-579F-78B1DD186FE0}"/>
              </a:ext>
            </a:extLst>
          </p:cNvPr>
          <p:cNvSpPr txBox="1">
            <a:spLocks noChangeArrowheads="1"/>
          </p:cNvSpPr>
          <p:nvPr/>
        </p:nvSpPr>
        <p:spPr bwMode="auto">
          <a:xfrm>
            <a:off x="15151100" y="5383172"/>
            <a:ext cx="13331032" cy="1865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0" tIns="457200" rIns="457200" bIns="457200">
            <a:spAutoFit/>
          </a:bodyPr>
          <a:lstStyle>
            <a:lvl1pPr defTabSz="4389438">
              <a:defRPr sz="2900">
                <a:solidFill>
                  <a:schemeClr val="tx1"/>
                </a:solidFill>
                <a:latin typeface="Arial Narrow" panose="020B0604020202020204" pitchFamily="34" charset="0"/>
                <a:ea typeface="MS PGothic" panose="020B0600070205080204" pitchFamily="34" charset="-128"/>
              </a:defRPr>
            </a:lvl1pPr>
            <a:lvl2pPr marL="742950" indent="-285750" defTabSz="4389438">
              <a:defRPr sz="2900">
                <a:solidFill>
                  <a:schemeClr val="tx1"/>
                </a:solidFill>
                <a:latin typeface="Arial Narrow" panose="020B0604020202020204" pitchFamily="34" charset="0"/>
                <a:ea typeface="MS PGothic" panose="020B0600070205080204" pitchFamily="34" charset="-128"/>
              </a:defRPr>
            </a:lvl2pPr>
            <a:lvl3pPr marL="1143000" indent="-228600" defTabSz="4389438">
              <a:defRPr sz="2900">
                <a:solidFill>
                  <a:schemeClr val="tx1"/>
                </a:solidFill>
                <a:latin typeface="Arial Narrow" panose="020B0604020202020204" pitchFamily="34" charset="0"/>
                <a:ea typeface="MS PGothic" panose="020B0600070205080204" pitchFamily="34" charset="-128"/>
              </a:defRPr>
            </a:lvl3pPr>
            <a:lvl4pPr marL="1600200" indent="-228600" defTabSz="4389438">
              <a:defRPr sz="2900">
                <a:solidFill>
                  <a:schemeClr val="tx1"/>
                </a:solidFill>
                <a:latin typeface="Arial Narrow" panose="020B0604020202020204" pitchFamily="34" charset="0"/>
                <a:ea typeface="MS PGothic" panose="020B0600070205080204" pitchFamily="34" charset="-128"/>
              </a:defRPr>
            </a:lvl4pPr>
            <a:lvl5pPr marL="2057400" indent="-228600" defTabSz="4389438">
              <a:defRPr sz="2900">
                <a:solidFill>
                  <a:schemeClr val="tx1"/>
                </a:solidFill>
                <a:latin typeface="Arial Narrow" panose="020B0604020202020204" pitchFamily="34" charset="0"/>
                <a:ea typeface="MS PGothic" panose="020B0600070205080204" pitchFamily="34" charset="-128"/>
              </a:defRPr>
            </a:lvl5pPr>
            <a:lvl6pPr marL="25146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just"/>
            <a:r>
              <a:rPr lang="en-GB" sz="3600" b="1" dirty="0">
                <a:latin typeface="Arial" panose="020B0604020202020204" pitchFamily="34" charset="0"/>
                <a:cs typeface="Arial" panose="020B0604020202020204" pitchFamily="34" charset="0"/>
              </a:rPr>
              <a:t>Hardware Subsystem: </a:t>
            </a:r>
            <a:r>
              <a:rPr lang="en-GB" sz="3600" dirty="0">
                <a:latin typeface="Arial" panose="020B0604020202020204" pitchFamily="34" charset="0"/>
                <a:cs typeface="Arial" panose="020B0604020202020204" pitchFamily="34" charset="0"/>
              </a:rPr>
              <a:t>A compact cycling circuit built around the Arduino UNO, including:</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Charging and discharging switching using two logic-level       N-channel MOSFETs (IRL3705NPBF)</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INA219 current sensor for current, and power monitoring</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TP4056 charging module with a 3.7V 1600mAh Li-ion battery</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3Ω, 10W power resistor to serve as the discharge load</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NTC thermistor and DHT11 sensors to track battery and ambient temperature.</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All components are soldered on prototype boards using 22 AWG wiring for safe current handling.</a:t>
            </a:r>
          </a:p>
          <a:p>
            <a:pPr algn="just"/>
            <a:r>
              <a:rPr lang="en-GB" sz="3600" b="1" dirty="0">
                <a:latin typeface="Arial" panose="020B0604020202020204" pitchFamily="34" charset="0"/>
                <a:cs typeface="Arial" panose="020B0604020202020204" pitchFamily="34" charset="0"/>
              </a:rPr>
              <a:t>Control Interface: </a:t>
            </a:r>
            <a:r>
              <a:rPr lang="en-GB" sz="3600" dirty="0">
                <a:latin typeface="Arial" panose="020B0604020202020204" pitchFamily="34" charset="0"/>
                <a:cs typeface="Arial" panose="020B0604020202020204" pitchFamily="34" charset="0"/>
              </a:rPr>
              <a:t>Features an LCD screen and a two-button system for manual control:</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Button 1: Activates charging mode</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Button 2: Activates discharging mode</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Both buttons held together: Puts the system into standby mode</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A long press toggles LCD views between electrical and environmental data</a:t>
            </a:r>
          </a:p>
          <a:p>
            <a:pPr algn="just"/>
            <a:r>
              <a:rPr lang="en-GB" sz="3600" b="1" dirty="0">
                <a:latin typeface="Arial" panose="020B0604020202020204" pitchFamily="34" charset="0"/>
                <a:cs typeface="Arial" panose="020B0604020202020204" pitchFamily="34" charset="0"/>
              </a:rPr>
              <a:t>Software Subsystem: </a:t>
            </a:r>
            <a:r>
              <a:rPr lang="en-GB" sz="3600" dirty="0">
                <a:latin typeface="Arial" panose="020B0604020202020204" pitchFamily="34" charset="0"/>
                <a:cs typeface="Arial" panose="020B0604020202020204" pitchFamily="34" charset="0"/>
              </a:rPr>
              <a:t>Cycle control &amp; data logging </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Arduino firmware to read sensors, control states, and update the display</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Python script for real-time serial data logging in CSV format</a:t>
            </a:r>
          </a:p>
          <a:p>
            <a:pPr marL="571500" indent="-571500" algn="just">
              <a:buFont typeface="Arial" panose="020B0604020202020204" pitchFamily="34" charset="0"/>
              <a:buChar char="•"/>
            </a:pPr>
            <a:r>
              <a:rPr lang="en-GB" sz="3600" dirty="0">
                <a:latin typeface="Arial" panose="020B0604020202020204" pitchFamily="34" charset="0"/>
                <a:cs typeface="Arial" panose="020B0604020202020204" pitchFamily="34" charset="0"/>
              </a:rPr>
              <a:t>MATLAB for post-processing and visual analysis of logged data</a:t>
            </a:r>
          </a:p>
          <a:p>
            <a:pPr marL="571500" indent="-571500" algn="just">
              <a:buFont typeface="Arial" panose="020B0604020202020204" pitchFamily="34" charset="0"/>
              <a:buChar char="•"/>
            </a:pPr>
            <a:endParaRPr lang="en-GB"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p:txBody>
      </p:sp>
      <p:sp>
        <p:nvSpPr>
          <p:cNvPr id="22" name="Text Box 406">
            <a:extLst>
              <a:ext uri="{FF2B5EF4-FFF2-40B4-BE49-F238E27FC236}">
                <a16:creationId xmlns:a16="http://schemas.microsoft.com/office/drawing/2014/main" id="{C9BC50A7-A96D-A7F2-F23C-AD9DB098B207}"/>
              </a:ext>
            </a:extLst>
          </p:cNvPr>
          <p:cNvSpPr txBox="1">
            <a:spLocks noChangeArrowheads="1"/>
          </p:cNvSpPr>
          <p:nvPr/>
        </p:nvSpPr>
        <p:spPr bwMode="auto">
          <a:xfrm>
            <a:off x="29940250" y="6342573"/>
            <a:ext cx="13331032"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0" tIns="457200" rIns="457200" bIns="457200">
            <a:spAutoFit/>
          </a:bodyPr>
          <a:lstStyle>
            <a:lvl1pPr defTabSz="4389438">
              <a:defRPr sz="2900">
                <a:solidFill>
                  <a:schemeClr val="tx1"/>
                </a:solidFill>
                <a:latin typeface="Arial Narrow" panose="020B0604020202020204" pitchFamily="34" charset="0"/>
                <a:ea typeface="MS PGothic" panose="020B0600070205080204" pitchFamily="34" charset="-128"/>
              </a:defRPr>
            </a:lvl1pPr>
            <a:lvl2pPr marL="742950" indent="-285750" defTabSz="4389438">
              <a:defRPr sz="2900">
                <a:solidFill>
                  <a:schemeClr val="tx1"/>
                </a:solidFill>
                <a:latin typeface="Arial Narrow" panose="020B0604020202020204" pitchFamily="34" charset="0"/>
                <a:ea typeface="MS PGothic" panose="020B0600070205080204" pitchFamily="34" charset="-128"/>
              </a:defRPr>
            </a:lvl2pPr>
            <a:lvl3pPr marL="1143000" indent="-228600" defTabSz="4389438">
              <a:defRPr sz="2900">
                <a:solidFill>
                  <a:schemeClr val="tx1"/>
                </a:solidFill>
                <a:latin typeface="Arial Narrow" panose="020B0604020202020204" pitchFamily="34" charset="0"/>
                <a:ea typeface="MS PGothic" panose="020B0600070205080204" pitchFamily="34" charset="-128"/>
              </a:defRPr>
            </a:lvl3pPr>
            <a:lvl4pPr marL="1600200" indent="-228600" defTabSz="4389438">
              <a:defRPr sz="2900">
                <a:solidFill>
                  <a:schemeClr val="tx1"/>
                </a:solidFill>
                <a:latin typeface="Arial Narrow" panose="020B0604020202020204" pitchFamily="34" charset="0"/>
                <a:ea typeface="MS PGothic" panose="020B0600070205080204" pitchFamily="34" charset="-128"/>
              </a:defRPr>
            </a:lvl4pPr>
            <a:lvl5pPr marL="2057400" indent="-228600" defTabSz="4389438">
              <a:defRPr sz="2900">
                <a:solidFill>
                  <a:schemeClr val="tx1"/>
                </a:solidFill>
                <a:latin typeface="Arial Narrow" panose="020B0604020202020204" pitchFamily="34" charset="0"/>
                <a:ea typeface="MS PGothic" panose="020B0600070205080204" pitchFamily="34" charset="-128"/>
              </a:defRPr>
            </a:lvl5pPr>
            <a:lvl6pPr marL="25146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p:txBody>
      </p:sp>
      <p:sp>
        <p:nvSpPr>
          <p:cNvPr id="23" name="Text Box 406">
            <a:extLst>
              <a:ext uri="{FF2B5EF4-FFF2-40B4-BE49-F238E27FC236}">
                <a16:creationId xmlns:a16="http://schemas.microsoft.com/office/drawing/2014/main" id="{A8F333FF-04B5-1F17-B11F-92EBC7CBB01A}"/>
              </a:ext>
            </a:extLst>
          </p:cNvPr>
          <p:cNvSpPr txBox="1">
            <a:spLocks noChangeArrowheads="1"/>
          </p:cNvSpPr>
          <p:nvPr/>
        </p:nvSpPr>
        <p:spPr bwMode="auto">
          <a:xfrm>
            <a:off x="30356173" y="19452454"/>
            <a:ext cx="12639039" cy="646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0" tIns="457200" rIns="457200" bIns="457200">
            <a:spAutoFit/>
          </a:bodyPr>
          <a:lstStyle>
            <a:lvl1pPr defTabSz="4389438">
              <a:defRPr sz="2900">
                <a:solidFill>
                  <a:schemeClr val="tx1"/>
                </a:solidFill>
                <a:latin typeface="Arial Narrow" panose="020B0604020202020204" pitchFamily="34" charset="0"/>
                <a:ea typeface="MS PGothic" panose="020B0600070205080204" pitchFamily="34" charset="-128"/>
              </a:defRPr>
            </a:lvl1pPr>
            <a:lvl2pPr marL="742950" indent="-285750" defTabSz="4389438">
              <a:defRPr sz="2900">
                <a:solidFill>
                  <a:schemeClr val="tx1"/>
                </a:solidFill>
                <a:latin typeface="Arial Narrow" panose="020B0604020202020204" pitchFamily="34" charset="0"/>
                <a:ea typeface="MS PGothic" panose="020B0600070205080204" pitchFamily="34" charset="-128"/>
              </a:defRPr>
            </a:lvl2pPr>
            <a:lvl3pPr marL="1143000" indent="-228600" defTabSz="4389438">
              <a:defRPr sz="2900">
                <a:solidFill>
                  <a:schemeClr val="tx1"/>
                </a:solidFill>
                <a:latin typeface="Arial Narrow" panose="020B0604020202020204" pitchFamily="34" charset="0"/>
                <a:ea typeface="MS PGothic" panose="020B0600070205080204" pitchFamily="34" charset="-128"/>
              </a:defRPr>
            </a:lvl3pPr>
            <a:lvl4pPr marL="1600200" indent="-228600" defTabSz="4389438">
              <a:defRPr sz="2900">
                <a:solidFill>
                  <a:schemeClr val="tx1"/>
                </a:solidFill>
                <a:latin typeface="Arial Narrow" panose="020B0604020202020204" pitchFamily="34" charset="0"/>
                <a:ea typeface="MS PGothic" panose="020B0600070205080204" pitchFamily="34" charset="-128"/>
              </a:defRPr>
            </a:lvl4pPr>
            <a:lvl5pPr marL="2057400" indent="-228600" defTabSz="4389438">
              <a:defRPr sz="2900">
                <a:solidFill>
                  <a:schemeClr val="tx1"/>
                </a:solidFill>
                <a:latin typeface="Arial Narrow" panose="020B0604020202020204" pitchFamily="34" charset="0"/>
                <a:ea typeface="MS PGothic" panose="020B0600070205080204" pitchFamily="34" charset="-128"/>
              </a:defRPr>
            </a:lvl5pPr>
            <a:lvl6pPr marL="25146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r>
              <a:rPr lang="en-GB" sz="3600" dirty="0">
                <a:latin typeface="Arial" panose="020B0604020202020204" pitchFamily="34" charset="0"/>
                <a:cs typeface="Arial" panose="020B0604020202020204" pitchFamily="34" charset="0"/>
              </a:rPr>
              <a:t>Future work can focus on full PCB integration. While the current version relies on modules, we have already designed a PCB around them. The next step is to transition to a fully integrated design using I²C for improved compactness and reliability. Additional upgrades could also include SoC estimation and multi-cell support with cell balancing to move closer to a commercial-grade battery testing solution.</a:t>
            </a:r>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p:txBody>
      </p:sp>
      <p:sp>
        <p:nvSpPr>
          <p:cNvPr id="24" name="Text Box 406">
            <a:extLst>
              <a:ext uri="{FF2B5EF4-FFF2-40B4-BE49-F238E27FC236}">
                <a16:creationId xmlns:a16="http://schemas.microsoft.com/office/drawing/2014/main" id="{550398A3-0779-A5EF-6DCA-F224B033079F}"/>
              </a:ext>
            </a:extLst>
          </p:cNvPr>
          <p:cNvSpPr txBox="1">
            <a:spLocks noChangeArrowheads="1"/>
          </p:cNvSpPr>
          <p:nvPr/>
        </p:nvSpPr>
        <p:spPr bwMode="auto">
          <a:xfrm>
            <a:off x="30305534" y="30067063"/>
            <a:ext cx="12639039"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0" tIns="457200" rIns="457200" bIns="457200">
            <a:spAutoFit/>
          </a:bodyPr>
          <a:lstStyle>
            <a:lvl1pPr defTabSz="4389438">
              <a:defRPr sz="2900">
                <a:solidFill>
                  <a:schemeClr val="tx1"/>
                </a:solidFill>
                <a:latin typeface="Arial Narrow" panose="020B0604020202020204" pitchFamily="34" charset="0"/>
                <a:ea typeface="MS PGothic" panose="020B0600070205080204" pitchFamily="34" charset="-128"/>
              </a:defRPr>
            </a:lvl1pPr>
            <a:lvl2pPr marL="742950" indent="-285750" defTabSz="4389438">
              <a:defRPr sz="2900">
                <a:solidFill>
                  <a:schemeClr val="tx1"/>
                </a:solidFill>
                <a:latin typeface="Arial Narrow" panose="020B0604020202020204" pitchFamily="34" charset="0"/>
                <a:ea typeface="MS PGothic" panose="020B0600070205080204" pitchFamily="34" charset="-128"/>
              </a:defRPr>
            </a:lvl2pPr>
            <a:lvl3pPr marL="1143000" indent="-228600" defTabSz="4389438">
              <a:defRPr sz="2900">
                <a:solidFill>
                  <a:schemeClr val="tx1"/>
                </a:solidFill>
                <a:latin typeface="Arial Narrow" panose="020B0604020202020204" pitchFamily="34" charset="0"/>
                <a:ea typeface="MS PGothic" panose="020B0600070205080204" pitchFamily="34" charset="-128"/>
              </a:defRPr>
            </a:lvl3pPr>
            <a:lvl4pPr marL="1600200" indent="-228600" defTabSz="4389438">
              <a:defRPr sz="2900">
                <a:solidFill>
                  <a:schemeClr val="tx1"/>
                </a:solidFill>
                <a:latin typeface="Arial Narrow" panose="020B0604020202020204" pitchFamily="34" charset="0"/>
                <a:ea typeface="MS PGothic" panose="020B0600070205080204" pitchFamily="34" charset="-128"/>
              </a:defRPr>
            </a:lvl4pPr>
            <a:lvl5pPr marL="2057400" indent="-228600" defTabSz="4389438">
              <a:defRPr sz="2900">
                <a:solidFill>
                  <a:schemeClr val="tx1"/>
                </a:solidFill>
                <a:latin typeface="Arial Narrow" panose="020B0604020202020204" pitchFamily="34" charset="0"/>
                <a:ea typeface="MS PGothic" panose="020B0600070205080204" pitchFamily="34" charset="-128"/>
              </a:defRPr>
            </a:lvl5pPr>
            <a:lvl6pPr marL="25146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just"/>
            <a:r>
              <a:rPr lang="en-GB" sz="3600" dirty="0">
                <a:latin typeface="Arial" panose="020B0604020202020204" pitchFamily="34" charset="0"/>
                <a:cs typeface="Arial" panose="020B0604020202020204" pitchFamily="34" charset="0"/>
              </a:rPr>
              <a:t>With utmost gratitude to Dr. </a:t>
            </a:r>
            <a:r>
              <a:rPr lang="en-GB" sz="3600" dirty="0" err="1">
                <a:latin typeface="Arial" panose="020B0604020202020204" pitchFamily="34" charset="0"/>
                <a:cs typeface="Arial" panose="020B0604020202020204" pitchFamily="34" charset="0"/>
              </a:rPr>
              <a:t>Chunchong</a:t>
            </a:r>
            <a:r>
              <a:rPr lang="en-GB" sz="3600" dirty="0">
                <a:latin typeface="Arial" panose="020B0604020202020204" pitchFamily="34" charset="0"/>
                <a:cs typeface="Arial" panose="020B0604020202020204" pitchFamily="34" charset="0"/>
              </a:rPr>
              <a:t> Chen for his guidance, and special thanks to Tony </a:t>
            </a:r>
            <a:r>
              <a:rPr lang="en-GB" sz="3600" dirty="0" err="1">
                <a:latin typeface="Arial" panose="020B0604020202020204" pitchFamily="34" charset="0"/>
                <a:cs typeface="Arial" panose="020B0604020202020204" pitchFamily="34" charset="0"/>
              </a:rPr>
              <a:t>Fuerth</a:t>
            </a:r>
            <a:r>
              <a:rPr lang="en-GB" sz="3600" dirty="0">
                <a:latin typeface="Arial" panose="020B0604020202020204" pitchFamily="34" charset="0"/>
                <a:cs typeface="Arial" panose="020B0604020202020204" pitchFamily="34" charset="0"/>
              </a:rPr>
              <a:t> &amp; Tim Bolger</a:t>
            </a:r>
            <a:endParaRPr lang="en-US" sz="3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12B8D037-22CF-6459-F95C-FA81A555673B}"/>
              </a:ext>
            </a:extLst>
          </p:cNvPr>
          <p:cNvPicPr>
            <a:picLocks noChangeAspect="1"/>
          </p:cNvPicPr>
          <p:nvPr/>
        </p:nvPicPr>
        <p:blipFill>
          <a:blip r:embed="rId4"/>
          <a:stretch>
            <a:fillRect/>
          </a:stretch>
        </p:blipFill>
        <p:spPr>
          <a:xfrm>
            <a:off x="18552715" y="25915762"/>
            <a:ext cx="6785769" cy="5212075"/>
          </a:xfrm>
          <a:prstGeom prst="rect">
            <a:avLst/>
          </a:prstGeom>
        </p:spPr>
      </p:pic>
      <p:pic>
        <p:nvPicPr>
          <p:cNvPr id="15" name="Picture 14">
            <a:extLst>
              <a:ext uri="{FF2B5EF4-FFF2-40B4-BE49-F238E27FC236}">
                <a16:creationId xmlns:a16="http://schemas.microsoft.com/office/drawing/2014/main" id="{F541097B-2980-59A5-316F-2E2F81D51482}"/>
              </a:ext>
            </a:extLst>
          </p:cNvPr>
          <p:cNvPicPr>
            <a:picLocks noChangeAspect="1"/>
          </p:cNvPicPr>
          <p:nvPr/>
        </p:nvPicPr>
        <p:blipFill>
          <a:blip r:embed="rId5"/>
          <a:stretch>
            <a:fillRect/>
          </a:stretch>
        </p:blipFill>
        <p:spPr>
          <a:xfrm>
            <a:off x="4713315" y="25548021"/>
            <a:ext cx="8475336" cy="5579816"/>
          </a:xfrm>
          <a:prstGeom prst="rect">
            <a:avLst/>
          </a:prstGeom>
        </p:spPr>
      </p:pic>
      <p:pic>
        <p:nvPicPr>
          <p:cNvPr id="17" name="Picture 16">
            <a:extLst>
              <a:ext uri="{FF2B5EF4-FFF2-40B4-BE49-F238E27FC236}">
                <a16:creationId xmlns:a16="http://schemas.microsoft.com/office/drawing/2014/main" id="{856C47A4-0897-F14C-98E7-1201CDD9EC0E}"/>
              </a:ext>
            </a:extLst>
          </p:cNvPr>
          <p:cNvPicPr>
            <a:picLocks noChangeAspect="1"/>
          </p:cNvPicPr>
          <p:nvPr/>
        </p:nvPicPr>
        <p:blipFill>
          <a:blip r:embed="rId6"/>
          <a:stretch>
            <a:fillRect/>
          </a:stretch>
        </p:blipFill>
        <p:spPr>
          <a:xfrm>
            <a:off x="33193633" y="5999162"/>
            <a:ext cx="6818709" cy="5212074"/>
          </a:xfrm>
          <a:prstGeom prst="rect">
            <a:avLst/>
          </a:prstGeom>
        </p:spPr>
      </p:pic>
      <p:sp>
        <p:nvSpPr>
          <p:cNvPr id="18" name="Text Box 406">
            <a:extLst>
              <a:ext uri="{FF2B5EF4-FFF2-40B4-BE49-F238E27FC236}">
                <a16:creationId xmlns:a16="http://schemas.microsoft.com/office/drawing/2014/main" id="{4E10F58C-96C1-86E2-0FC9-512E8FD59771}"/>
              </a:ext>
            </a:extLst>
          </p:cNvPr>
          <p:cNvSpPr txBox="1">
            <a:spLocks noChangeArrowheads="1"/>
          </p:cNvSpPr>
          <p:nvPr/>
        </p:nvSpPr>
        <p:spPr bwMode="auto">
          <a:xfrm>
            <a:off x="15221347" y="21376025"/>
            <a:ext cx="13331032" cy="646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0" tIns="457200" rIns="457200" bIns="457200">
            <a:spAutoFit/>
          </a:bodyPr>
          <a:lstStyle>
            <a:lvl1pPr defTabSz="4389438">
              <a:defRPr sz="2900">
                <a:solidFill>
                  <a:schemeClr val="tx1"/>
                </a:solidFill>
                <a:latin typeface="Arial Narrow" panose="020B0604020202020204" pitchFamily="34" charset="0"/>
                <a:ea typeface="MS PGothic" panose="020B0600070205080204" pitchFamily="34" charset="-128"/>
              </a:defRPr>
            </a:lvl1pPr>
            <a:lvl2pPr marL="742950" indent="-285750" defTabSz="4389438">
              <a:defRPr sz="2900">
                <a:solidFill>
                  <a:schemeClr val="tx1"/>
                </a:solidFill>
                <a:latin typeface="Arial Narrow" panose="020B0604020202020204" pitchFamily="34" charset="0"/>
                <a:ea typeface="MS PGothic" panose="020B0600070205080204" pitchFamily="34" charset="-128"/>
              </a:defRPr>
            </a:lvl2pPr>
            <a:lvl3pPr marL="1143000" indent="-228600" defTabSz="4389438">
              <a:defRPr sz="2900">
                <a:solidFill>
                  <a:schemeClr val="tx1"/>
                </a:solidFill>
                <a:latin typeface="Arial Narrow" panose="020B0604020202020204" pitchFamily="34" charset="0"/>
                <a:ea typeface="MS PGothic" panose="020B0600070205080204" pitchFamily="34" charset="-128"/>
              </a:defRPr>
            </a:lvl3pPr>
            <a:lvl4pPr marL="1600200" indent="-228600" defTabSz="4389438">
              <a:defRPr sz="2900">
                <a:solidFill>
                  <a:schemeClr val="tx1"/>
                </a:solidFill>
                <a:latin typeface="Arial Narrow" panose="020B0604020202020204" pitchFamily="34" charset="0"/>
                <a:ea typeface="MS PGothic" panose="020B0600070205080204" pitchFamily="34" charset="-128"/>
              </a:defRPr>
            </a:lvl4pPr>
            <a:lvl5pPr marL="2057400" indent="-228600" defTabSz="4389438">
              <a:defRPr sz="2900">
                <a:solidFill>
                  <a:schemeClr val="tx1"/>
                </a:solidFill>
                <a:latin typeface="Arial Narrow" panose="020B0604020202020204" pitchFamily="34" charset="0"/>
                <a:ea typeface="MS PGothic" panose="020B0600070205080204" pitchFamily="34" charset="-128"/>
              </a:defRPr>
            </a:lvl5pPr>
            <a:lvl6pPr marL="25146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just"/>
            <a:r>
              <a:rPr lang="en-GB" sz="3600" dirty="0">
                <a:latin typeface="Arial" panose="020B0604020202020204" pitchFamily="34" charset="0"/>
                <a:cs typeface="Arial" panose="020B0604020202020204" pitchFamily="34" charset="0"/>
              </a:rPr>
              <a:t>During charging, the voltage increased from ~3.6V to 4.2V while current gradually decreased, the general trend shows expected constant-current and constant-voltage behaviour of a Li-ion cell. Upon reaching full charge, the system automatically transitioned to discharging mode. Voltage then steadily declined as the battery discharged with current remaining relatively constant around 120–150 mA.</a:t>
            </a: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p:txBody>
      </p:sp>
      <p:pic>
        <p:nvPicPr>
          <p:cNvPr id="19" name="Picture 18">
            <a:extLst>
              <a:ext uri="{FF2B5EF4-FFF2-40B4-BE49-F238E27FC236}">
                <a16:creationId xmlns:a16="http://schemas.microsoft.com/office/drawing/2014/main" id="{DC8DFF3D-30B4-451E-AF39-251D990ECF28}"/>
              </a:ext>
            </a:extLst>
          </p:cNvPr>
          <p:cNvPicPr>
            <a:picLocks noChangeAspect="1"/>
          </p:cNvPicPr>
          <p:nvPr/>
        </p:nvPicPr>
        <p:blipFill>
          <a:blip r:embed="rId7"/>
          <a:stretch>
            <a:fillRect/>
          </a:stretch>
        </p:blipFill>
        <p:spPr>
          <a:xfrm>
            <a:off x="33426099" y="24391254"/>
            <a:ext cx="6317264" cy="4530143"/>
          </a:xfrm>
          <a:prstGeom prst="rect">
            <a:avLst/>
          </a:prstGeom>
        </p:spPr>
      </p:pic>
      <p:sp>
        <p:nvSpPr>
          <p:cNvPr id="13" name="Text Box 406">
            <a:extLst>
              <a:ext uri="{FF2B5EF4-FFF2-40B4-BE49-F238E27FC236}">
                <a16:creationId xmlns:a16="http://schemas.microsoft.com/office/drawing/2014/main" id="{F9A04488-F0BD-837F-2077-BACC63213EA3}"/>
              </a:ext>
            </a:extLst>
          </p:cNvPr>
          <p:cNvSpPr txBox="1">
            <a:spLocks noChangeArrowheads="1"/>
          </p:cNvSpPr>
          <p:nvPr/>
        </p:nvSpPr>
        <p:spPr bwMode="auto">
          <a:xfrm>
            <a:off x="534988" y="23273388"/>
            <a:ext cx="12939713" cy="8679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0" tIns="457200" rIns="457200" bIns="457200">
            <a:spAutoFit/>
          </a:bodyPr>
          <a:lstStyle>
            <a:lvl1pPr defTabSz="4389438">
              <a:defRPr sz="2900">
                <a:solidFill>
                  <a:schemeClr val="tx1"/>
                </a:solidFill>
                <a:latin typeface="Arial Narrow" panose="020B0604020202020204" pitchFamily="34" charset="0"/>
                <a:ea typeface="MS PGothic" panose="020B0600070205080204" pitchFamily="34" charset="-128"/>
              </a:defRPr>
            </a:lvl1pPr>
            <a:lvl2pPr marL="742950" indent="-285750" defTabSz="4389438">
              <a:defRPr sz="2900">
                <a:solidFill>
                  <a:schemeClr val="tx1"/>
                </a:solidFill>
                <a:latin typeface="Arial Narrow" panose="020B0604020202020204" pitchFamily="34" charset="0"/>
                <a:ea typeface="MS PGothic" panose="020B0600070205080204" pitchFamily="34" charset="-128"/>
              </a:defRPr>
            </a:lvl2pPr>
            <a:lvl3pPr marL="1143000" indent="-228600" defTabSz="4389438">
              <a:defRPr sz="2900">
                <a:solidFill>
                  <a:schemeClr val="tx1"/>
                </a:solidFill>
                <a:latin typeface="Arial Narrow" panose="020B0604020202020204" pitchFamily="34" charset="0"/>
                <a:ea typeface="MS PGothic" panose="020B0600070205080204" pitchFamily="34" charset="-128"/>
              </a:defRPr>
            </a:lvl3pPr>
            <a:lvl4pPr marL="1600200" indent="-228600" defTabSz="4389438">
              <a:defRPr sz="2900">
                <a:solidFill>
                  <a:schemeClr val="tx1"/>
                </a:solidFill>
                <a:latin typeface="Arial Narrow" panose="020B0604020202020204" pitchFamily="34" charset="0"/>
                <a:ea typeface="MS PGothic" panose="020B0600070205080204" pitchFamily="34" charset="-128"/>
              </a:defRPr>
            </a:lvl4pPr>
            <a:lvl5pPr marL="2057400" indent="-228600" defTabSz="4389438">
              <a:defRPr sz="2900">
                <a:solidFill>
                  <a:schemeClr val="tx1"/>
                </a:solidFill>
                <a:latin typeface="Arial Narrow" panose="020B0604020202020204" pitchFamily="34" charset="0"/>
                <a:ea typeface="MS PGothic" panose="020B0600070205080204" pitchFamily="34" charset="-128"/>
              </a:defRPr>
            </a:lvl5pPr>
            <a:lvl6pPr marL="25146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pPr algn="just"/>
            <a:r>
              <a:rPr lang="en-GB" sz="3600" dirty="0">
                <a:latin typeface="Arial" panose="020B0604020202020204" pitchFamily="34" charset="0"/>
                <a:cs typeface="Arial" panose="020B0604020202020204" pitchFamily="34" charset="0"/>
              </a:rPr>
              <a:t>In this project, we intend to demonstrate the functionality of a battery cycling system designed, shown below, capable of automated charging and discharging of a single-cell lithium-ion battery.</a:t>
            </a:r>
          </a:p>
          <a:p>
            <a:pPr algn="just"/>
            <a:r>
              <a:rPr lang="en-GB" sz="3600" dirty="0">
                <a:latin typeface="Arial" panose="020B0604020202020204" pitchFamily="34" charset="0"/>
                <a:cs typeface="Arial" panose="020B0604020202020204" pitchFamily="34" charset="0"/>
              </a:rPr>
              <a:t>The complete </a:t>
            </a:r>
          </a:p>
          <a:p>
            <a:pPr algn="just"/>
            <a:r>
              <a:rPr lang="en-GB" sz="3600" dirty="0">
                <a:latin typeface="Arial" panose="020B0604020202020204" pitchFamily="34" charset="0"/>
                <a:cs typeface="Arial" panose="020B0604020202020204" pitchFamily="34" charset="0"/>
              </a:rPr>
              <a:t>system includes</a:t>
            </a:r>
          </a:p>
          <a:p>
            <a:pPr algn="just"/>
            <a:r>
              <a:rPr lang="en-GB" sz="3600" dirty="0">
                <a:latin typeface="Arial" panose="020B0604020202020204" pitchFamily="34" charset="0"/>
                <a:cs typeface="Arial" panose="020B0604020202020204" pitchFamily="34" charset="0"/>
              </a:rPr>
              <a:t>both hardware</a:t>
            </a:r>
          </a:p>
          <a:p>
            <a:pPr algn="just"/>
            <a:r>
              <a:rPr lang="en-GB" sz="3600" dirty="0">
                <a:latin typeface="Arial" panose="020B0604020202020204" pitchFamily="34" charset="0"/>
                <a:cs typeface="Arial" panose="020B0604020202020204" pitchFamily="34" charset="0"/>
              </a:rPr>
              <a:t>and software </a:t>
            </a:r>
          </a:p>
          <a:p>
            <a:pPr algn="just"/>
            <a:r>
              <a:rPr lang="en-GB" sz="3600" dirty="0">
                <a:latin typeface="Arial" panose="020B0604020202020204" pitchFamily="34" charset="0"/>
                <a:cs typeface="Arial" panose="020B0604020202020204" pitchFamily="34" charset="0"/>
              </a:rPr>
              <a:t>components </a:t>
            </a:r>
          </a:p>
          <a:p>
            <a:pPr algn="just"/>
            <a:r>
              <a:rPr lang="en-GB" sz="3600" dirty="0">
                <a:latin typeface="Arial" panose="020B0604020202020204" pitchFamily="34" charset="0"/>
                <a:cs typeface="Arial" panose="020B0604020202020204" pitchFamily="34" charset="0"/>
              </a:rPr>
              <a:t>designed to </a:t>
            </a:r>
          </a:p>
          <a:p>
            <a:pPr algn="just"/>
            <a:r>
              <a:rPr lang="en-GB" sz="3600" dirty="0">
                <a:latin typeface="Arial" panose="020B0604020202020204" pitchFamily="34" charset="0"/>
                <a:cs typeface="Arial" panose="020B0604020202020204" pitchFamily="34" charset="0"/>
              </a:rPr>
              <a:t>operate in </a:t>
            </a:r>
          </a:p>
          <a:p>
            <a:pPr algn="just"/>
            <a:r>
              <a:rPr lang="en-GB" sz="3600" dirty="0">
                <a:latin typeface="Arial" panose="020B0604020202020204" pitchFamily="34" charset="0"/>
                <a:cs typeface="Arial" panose="020B0604020202020204" pitchFamily="34" charset="0"/>
              </a:rPr>
              <a:t>real-time and </a:t>
            </a:r>
          </a:p>
          <a:p>
            <a:pPr algn="just"/>
            <a:r>
              <a:rPr lang="en-GB" sz="3600" dirty="0">
                <a:latin typeface="Arial" panose="020B0604020202020204" pitchFamily="34" charset="0"/>
                <a:cs typeface="Arial" panose="020B0604020202020204" pitchFamily="34" charset="0"/>
              </a:rPr>
              <a:t>provide battery </a:t>
            </a:r>
          </a:p>
          <a:p>
            <a:pPr algn="just"/>
            <a:r>
              <a:rPr lang="en-GB" sz="3600" dirty="0">
                <a:latin typeface="Arial" panose="020B0604020202020204" pitchFamily="34" charset="0"/>
                <a:cs typeface="Arial" panose="020B0604020202020204" pitchFamily="34" charset="0"/>
              </a:rPr>
              <a:t>performance insights. </a:t>
            </a:r>
            <a:endParaRPr lang="en-US" sz="36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6CBEE186-FA72-825E-F20E-58C6CD90DE83}"/>
              </a:ext>
            </a:extLst>
          </p:cNvPr>
          <p:cNvSpPr txBox="1"/>
          <p:nvPr/>
        </p:nvSpPr>
        <p:spPr>
          <a:xfrm>
            <a:off x="5619750" y="31127837"/>
            <a:ext cx="7861301" cy="584775"/>
          </a:xfrm>
          <a:prstGeom prst="rect">
            <a:avLst/>
          </a:prstGeom>
          <a:noFill/>
        </p:spPr>
        <p:txBody>
          <a:bodyPr wrap="square" rtlCol="0">
            <a:spAutoFit/>
          </a:bodyPr>
          <a:lstStyle/>
          <a:p>
            <a:r>
              <a:rPr lang="en-GB" sz="3200" b="1" dirty="0">
                <a:latin typeface="Arial" panose="020B0604020202020204" pitchFamily="34" charset="0"/>
                <a:cs typeface="Arial" panose="020B0604020202020204" pitchFamily="34" charset="0"/>
              </a:rPr>
              <a:t>Figure 1. </a:t>
            </a:r>
            <a:r>
              <a:rPr lang="en-GB" sz="3200" dirty="0">
                <a:latin typeface="Arial" panose="020B0604020202020204" pitchFamily="34" charset="0"/>
                <a:cs typeface="Arial" panose="020B0604020202020204" pitchFamily="34" charset="0"/>
              </a:rPr>
              <a:t>Battery Cycler Circuit Schematic</a:t>
            </a:r>
            <a:endParaRPr lang="en-CA" dirty="0"/>
          </a:p>
        </p:txBody>
      </p:sp>
      <p:sp>
        <p:nvSpPr>
          <p:cNvPr id="28" name="TextBox 27">
            <a:extLst>
              <a:ext uri="{FF2B5EF4-FFF2-40B4-BE49-F238E27FC236}">
                <a16:creationId xmlns:a16="http://schemas.microsoft.com/office/drawing/2014/main" id="{85CB36B7-404F-5889-E0CB-3E74F74B3BD4}"/>
              </a:ext>
            </a:extLst>
          </p:cNvPr>
          <p:cNvSpPr txBox="1"/>
          <p:nvPr/>
        </p:nvSpPr>
        <p:spPr>
          <a:xfrm>
            <a:off x="19029602" y="31127837"/>
            <a:ext cx="5831996" cy="584775"/>
          </a:xfrm>
          <a:prstGeom prst="rect">
            <a:avLst/>
          </a:prstGeom>
          <a:noFill/>
        </p:spPr>
        <p:txBody>
          <a:bodyPr wrap="square" rtlCol="0">
            <a:spAutoFit/>
          </a:bodyPr>
          <a:lstStyle/>
          <a:p>
            <a:r>
              <a:rPr lang="en-GB" sz="3200" b="1" dirty="0">
                <a:latin typeface="Arial" panose="020B0604020202020204" pitchFamily="34" charset="0"/>
                <a:cs typeface="Arial" panose="020B0604020202020204" pitchFamily="34" charset="0"/>
              </a:rPr>
              <a:t>Figure 2. </a:t>
            </a:r>
            <a:r>
              <a:rPr lang="en-GB" sz="3200" dirty="0">
                <a:latin typeface="Arial" panose="020B0604020202020204" pitchFamily="34" charset="0"/>
                <a:cs typeface="Arial" panose="020B0604020202020204" pitchFamily="34" charset="0"/>
              </a:rPr>
              <a:t>Charging Cycle Data</a:t>
            </a:r>
            <a:endParaRPr lang="en-CA" dirty="0"/>
          </a:p>
        </p:txBody>
      </p:sp>
      <p:sp>
        <p:nvSpPr>
          <p:cNvPr id="29" name="TextBox 28">
            <a:extLst>
              <a:ext uri="{FF2B5EF4-FFF2-40B4-BE49-F238E27FC236}">
                <a16:creationId xmlns:a16="http://schemas.microsoft.com/office/drawing/2014/main" id="{54970964-C720-0CD7-627A-CD7A17ED9629}"/>
              </a:ext>
            </a:extLst>
          </p:cNvPr>
          <p:cNvSpPr txBox="1"/>
          <p:nvPr/>
        </p:nvSpPr>
        <p:spPr>
          <a:xfrm>
            <a:off x="33346033" y="11393487"/>
            <a:ext cx="6818709" cy="584775"/>
          </a:xfrm>
          <a:prstGeom prst="rect">
            <a:avLst/>
          </a:prstGeom>
          <a:noFill/>
        </p:spPr>
        <p:txBody>
          <a:bodyPr wrap="square" rtlCol="0">
            <a:spAutoFit/>
          </a:bodyPr>
          <a:lstStyle/>
          <a:p>
            <a:r>
              <a:rPr lang="en-GB" sz="3200" b="1" dirty="0">
                <a:latin typeface="Arial" panose="020B0604020202020204" pitchFamily="34" charset="0"/>
                <a:cs typeface="Arial" panose="020B0604020202020204" pitchFamily="34" charset="0"/>
              </a:rPr>
              <a:t>Figure 3. Disc</a:t>
            </a:r>
            <a:r>
              <a:rPr lang="en-GB" sz="3200" dirty="0">
                <a:latin typeface="Arial" panose="020B0604020202020204" pitchFamily="34" charset="0"/>
                <a:cs typeface="Arial" panose="020B0604020202020204" pitchFamily="34" charset="0"/>
              </a:rPr>
              <a:t>harging Cycle Data</a:t>
            </a:r>
            <a:endParaRPr lang="en-CA" dirty="0"/>
          </a:p>
        </p:txBody>
      </p:sp>
      <p:sp>
        <p:nvSpPr>
          <p:cNvPr id="30" name="Text Box 406">
            <a:extLst>
              <a:ext uri="{FF2B5EF4-FFF2-40B4-BE49-F238E27FC236}">
                <a16:creationId xmlns:a16="http://schemas.microsoft.com/office/drawing/2014/main" id="{A2A2DD40-9DC8-6CE7-C35C-E6FFDF6321EB}"/>
              </a:ext>
            </a:extLst>
          </p:cNvPr>
          <p:cNvSpPr txBox="1">
            <a:spLocks noChangeArrowheads="1"/>
          </p:cNvSpPr>
          <p:nvPr/>
        </p:nvSpPr>
        <p:spPr bwMode="auto">
          <a:xfrm>
            <a:off x="30346649" y="12770691"/>
            <a:ext cx="12639039" cy="7571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0" tIns="457200" rIns="457200" bIns="457200">
            <a:spAutoFit/>
          </a:bodyPr>
          <a:lstStyle>
            <a:lvl1pPr defTabSz="4389438">
              <a:defRPr sz="2900">
                <a:solidFill>
                  <a:schemeClr val="tx1"/>
                </a:solidFill>
                <a:latin typeface="Arial Narrow" panose="020B0604020202020204" pitchFamily="34" charset="0"/>
                <a:ea typeface="MS PGothic" panose="020B0600070205080204" pitchFamily="34" charset="-128"/>
              </a:defRPr>
            </a:lvl1pPr>
            <a:lvl2pPr marL="742950" indent="-285750" defTabSz="4389438">
              <a:defRPr sz="2900">
                <a:solidFill>
                  <a:schemeClr val="tx1"/>
                </a:solidFill>
                <a:latin typeface="Arial Narrow" panose="020B0604020202020204" pitchFamily="34" charset="0"/>
                <a:ea typeface="MS PGothic" panose="020B0600070205080204" pitchFamily="34" charset="-128"/>
              </a:defRPr>
            </a:lvl2pPr>
            <a:lvl3pPr marL="1143000" indent="-228600" defTabSz="4389438">
              <a:defRPr sz="2900">
                <a:solidFill>
                  <a:schemeClr val="tx1"/>
                </a:solidFill>
                <a:latin typeface="Arial Narrow" panose="020B0604020202020204" pitchFamily="34" charset="0"/>
                <a:ea typeface="MS PGothic" panose="020B0600070205080204" pitchFamily="34" charset="-128"/>
              </a:defRPr>
            </a:lvl3pPr>
            <a:lvl4pPr marL="1600200" indent="-228600" defTabSz="4389438">
              <a:defRPr sz="2900">
                <a:solidFill>
                  <a:schemeClr val="tx1"/>
                </a:solidFill>
                <a:latin typeface="Arial Narrow" panose="020B0604020202020204" pitchFamily="34" charset="0"/>
                <a:ea typeface="MS PGothic" panose="020B0600070205080204" pitchFamily="34" charset="-128"/>
              </a:defRPr>
            </a:lvl4pPr>
            <a:lvl5pPr marL="2057400" indent="-228600" defTabSz="4389438">
              <a:defRPr sz="2900">
                <a:solidFill>
                  <a:schemeClr val="tx1"/>
                </a:solidFill>
                <a:latin typeface="Arial Narrow" panose="020B0604020202020204" pitchFamily="34" charset="0"/>
                <a:ea typeface="MS PGothic" panose="020B0600070205080204" pitchFamily="34" charset="-128"/>
              </a:defRPr>
            </a:lvl5pPr>
            <a:lvl6pPr marL="25146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6pPr>
            <a:lvl7pPr marL="29718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7pPr>
            <a:lvl8pPr marL="34290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8pPr>
            <a:lvl9pPr marL="3886200" indent="-228600" defTabSz="4389438" eaLnBrk="0" fontAlgn="base" hangingPunct="0">
              <a:spcBef>
                <a:spcPct val="0"/>
              </a:spcBef>
              <a:spcAft>
                <a:spcPct val="0"/>
              </a:spcAft>
              <a:defRPr sz="2900">
                <a:solidFill>
                  <a:schemeClr val="tx1"/>
                </a:solidFill>
                <a:latin typeface="Arial Narrow" panose="020B0604020202020204" pitchFamily="34" charset="0"/>
                <a:ea typeface="MS PGothic" panose="020B0600070205080204" pitchFamily="34" charset="-128"/>
              </a:defRPr>
            </a:lvl9pPr>
          </a:lstStyle>
          <a:p>
            <a:r>
              <a:rPr lang="en-GB" sz="3600" dirty="0">
                <a:latin typeface="Arial" panose="020B0604020202020204" pitchFamily="34" charset="0"/>
                <a:cs typeface="Arial" panose="020B0604020202020204" pitchFamily="34" charset="0"/>
              </a:rPr>
              <a:t>The battery cycler met its performance goals by successfully automating charge/discharge cycles and the measured performance aligned with expected lithium-ion behaviour. Showing a stable constant-current and constant-voltage charging profile, and consistent current during discharge. The prototype achieved accurate real-time data logging and control using low-cost components. Its key innovation is demonstrated by offering a reliable, affordable alternative to commercial testers through open-source hardware and software integration.</a:t>
            </a:r>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a:p>
            <a:pPr algn="just"/>
            <a:endParaRPr lang="en-US" sz="3600"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2ADB0236-3CA8-2FE0-BC2E-A2F1325C8EA9}"/>
              </a:ext>
            </a:extLst>
          </p:cNvPr>
          <p:cNvSpPr txBox="1"/>
          <p:nvPr/>
        </p:nvSpPr>
        <p:spPr>
          <a:xfrm>
            <a:off x="33841164" y="29036559"/>
            <a:ext cx="5831996" cy="584775"/>
          </a:xfrm>
          <a:prstGeom prst="rect">
            <a:avLst/>
          </a:prstGeom>
          <a:noFill/>
        </p:spPr>
        <p:txBody>
          <a:bodyPr wrap="square" rtlCol="0">
            <a:spAutoFit/>
          </a:bodyPr>
          <a:lstStyle/>
          <a:p>
            <a:r>
              <a:rPr lang="en-GB" sz="3200" b="1" dirty="0">
                <a:latin typeface="Arial" panose="020B0604020202020204" pitchFamily="34" charset="0"/>
                <a:cs typeface="Arial" panose="020B0604020202020204" pitchFamily="34" charset="0"/>
              </a:rPr>
              <a:t>Figure 4. </a:t>
            </a:r>
            <a:r>
              <a:rPr lang="en-GB" sz="3200" dirty="0">
                <a:latin typeface="Arial" panose="020B0604020202020204" pitchFamily="34" charset="0"/>
                <a:cs typeface="Arial" panose="020B0604020202020204" pitchFamily="34" charset="0"/>
              </a:rPr>
              <a:t>PCB Schematic</a:t>
            </a:r>
            <a:endParaRPr lang="en-CA" dirty="0"/>
          </a:p>
        </p:txBody>
      </p:sp>
    </p:spTree>
  </p:cSld>
  <p:clrMapOvr>
    <a:masterClrMapping/>
  </p:clrMapOvr>
</p:sld>
</file>

<file path=ppt/theme/theme1.xml><?xml version="1.0" encoding="utf-8"?>
<a:theme xmlns:a="http://schemas.openxmlformats.org/drawingml/2006/main"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1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1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1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1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2_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457200" tIns="457200" rIns="457200" bIns="457200" numCol="1" anchor="t" anchorCtr="0" compatLnSpc="1">
        <a:prstTxWarp prst="textNoShape">
          <a:avLst/>
        </a:prstTxWarp>
        <a:spAutoFit/>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clrMap bg1="lt1" tx1="dk1" bg2="lt2" tx2="dk2" accent1="accent1" accent2="accent2" accent3="accent3" accent4="accent4" accent5="accent5" accent6="accent6" hlink="hlink" folHlink="folHlink"/>
    </a:extraClrScheme>
    <a:extraClrScheme>
      <a:clrScheme name="2_Custom Design 2">
        <a:dk1>
          <a:srgbClr val="603000"/>
        </a:dk1>
        <a:lt1>
          <a:srgbClr val="CF9860"/>
        </a:lt1>
        <a:dk2>
          <a:srgbClr val="000000"/>
        </a:dk2>
        <a:lt2>
          <a:srgbClr val="808080"/>
        </a:lt2>
        <a:accent1>
          <a:srgbClr val="FFFFCF"/>
        </a:accent1>
        <a:accent2>
          <a:srgbClr val="603000"/>
        </a:accent2>
        <a:accent3>
          <a:srgbClr val="E4CAB6"/>
        </a:accent3>
        <a:accent4>
          <a:srgbClr val="512700"/>
        </a:accent4>
        <a:accent5>
          <a:srgbClr val="FFFFE4"/>
        </a:accent5>
        <a:accent6>
          <a:srgbClr val="56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3">
        <a:dk1>
          <a:srgbClr val="505750"/>
        </a:dk1>
        <a:lt1>
          <a:srgbClr val="FFFFFF"/>
        </a:lt1>
        <a:dk2>
          <a:srgbClr val="000000"/>
        </a:dk2>
        <a:lt2>
          <a:srgbClr val="808080"/>
        </a:lt2>
        <a:accent1>
          <a:srgbClr val="DFDFDF"/>
        </a:accent1>
        <a:accent2>
          <a:srgbClr val="9F3000"/>
        </a:accent2>
        <a:accent3>
          <a:srgbClr val="FFFFFF"/>
        </a:accent3>
        <a:accent4>
          <a:srgbClr val="434943"/>
        </a:accent4>
        <a:accent5>
          <a:srgbClr val="ECECEC"/>
        </a:accent5>
        <a:accent6>
          <a:srgbClr val="902A00"/>
        </a:accent6>
        <a:hlink>
          <a:srgbClr val="C21414"/>
        </a:hlink>
        <a:folHlink>
          <a:srgbClr val="660066"/>
        </a:folHlink>
      </a:clrScheme>
      <a:clrMap bg1="lt1" tx1="dk1" bg2="lt2" tx2="dk2" accent1="accent1" accent2="accent2" accent3="accent3" accent4="accent4" accent5="accent5" accent6="accent6" hlink="hlink" folHlink="folHlink"/>
    </a:extraClrScheme>
    <a:extraClrScheme>
      <a:clrScheme name="2_Custom Design 4">
        <a:dk1>
          <a:srgbClr val="3A0000"/>
        </a:dk1>
        <a:lt1>
          <a:srgbClr val="FFFFFF"/>
        </a:lt1>
        <a:dk2>
          <a:srgbClr val="000000"/>
        </a:dk2>
        <a:lt2>
          <a:srgbClr val="808080"/>
        </a:lt2>
        <a:accent1>
          <a:srgbClr val="FFFFCF"/>
        </a:accent1>
        <a:accent2>
          <a:srgbClr val="9F0000"/>
        </a:accent2>
        <a:accent3>
          <a:srgbClr val="FFFFFF"/>
        </a:accent3>
        <a:accent4>
          <a:srgbClr val="300000"/>
        </a:accent4>
        <a:accent5>
          <a:srgbClr val="FFFFE4"/>
        </a:accent5>
        <a:accent6>
          <a:srgbClr val="90000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5">
        <a:dk1>
          <a:srgbClr val="002336"/>
        </a:dk1>
        <a:lt1>
          <a:srgbClr val="E8F0F8"/>
        </a:lt1>
        <a:dk2>
          <a:srgbClr val="000000"/>
        </a:dk2>
        <a:lt2>
          <a:srgbClr val="808080"/>
        </a:lt2>
        <a:accent1>
          <a:srgbClr val="FFFFEF"/>
        </a:accent1>
        <a:accent2>
          <a:srgbClr val="00679F"/>
        </a:accent2>
        <a:accent3>
          <a:srgbClr val="F2F6FB"/>
        </a:accent3>
        <a:accent4>
          <a:srgbClr val="001C2D"/>
        </a:accent4>
        <a:accent5>
          <a:srgbClr val="FFFFF6"/>
        </a:accent5>
        <a:accent6>
          <a:srgbClr val="005D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6">
        <a:dk1>
          <a:srgbClr val="002336"/>
        </a:dk1>
        <a:lt1>
          <a:srgbClr val="CFCFFF"/>
        </a:lt1>
        <a:dk2>
          <a:srgbClr val="000000"/>
        </a:dk2>
        <a:lt2>
          <a:srgbClr val="808080"/>
        </a:lt2>
        <a:accent1>
          <a:srgbClr val="FFFFFF"/>
        </a:accent1>
        <a:accent2>
          <a:srgbClr val="003060"/>
        </a:accent2>
        <a:accent3>
          <a:srgbClr val="E4E4FF"/>
        </a:accent3>
        <a:accent4>
          <a:srgbClr val="001C2D"/>
        </a:accent4>
        <a:accent5>
          <a:srgbClr val="FFFFFF"/>
        </a:accent5>
        <a:accent6>
          <a:srgbClr val="002A56"/>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7">
        <a:dk1>
          <a:srgbClr val="000000"/>
        </a:dk1>
        <a:lt1>
          <a:srgbClr val="FFFFFF"/>
        </a:lt1>
        <a:dk2>
          <a:srgbClr val="000000"/>
        </a:dk2>
        <a:lt2>
          <a:srgbClr val="808080"/>
        </a:lt2>
        <a:accent1>
          <a:srgbClr val="EAEAEA"/>
        </a:accent1>
        <a:accent2>
          <a:srgbClr val="4B4B4B"/>
        </a:accent2>
        <a:accent3>
          <a:srgbClr val="FFFFFF"/>
        </a:accent3>
        <a:accent4>
          <a:srgbClr val="000000"/>
        </a:accent4>
        <a:accent5>
          <a:srgbClr val="F3F3F3"/>
        </a:accent5>
        <a:accent6>
          <a:srgbClr val="434343"/>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8">
        <a:dk1>
          <a:srgbClr val="000000"/>
        </a:dk1>
        <a:lt1>
          <a:srgbClr val="E3DABB"/>
        </a:lt1>
        <a:dk2>
          <a:srgbClr val="000000"/>
        </a:dk2>
        <a:lt2>
          <a:srgbClr val="808080"/>
        </a:lt2>
        <a:accent1>
          <a:srgbClr val="EAEAEA"/>
        </a:accent1>
        <a:accent2>
          <a:srgbClr val="065290"/>
        </a:accent2>
        <a:accent3>
          <a:srgbClr val="EFEADA"/>
        </a:accent3>
        <a:accent4>
          <a:srgbClr val="000000"/>
        </a:accent4>
        <a:accent5>
          <a:srgbClr val="F3F3F3"/>
        </a:accent5>
        <a:accent6>
          <a:srgbClr val="054982"/>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9">
        <a:dk1>
          <a:srgbClr val="00009F"/>
        </a:dk1>
        <a:lt1>
          <a:srgbClr val="FFCFFF"/>
        </a:lt1>
        <a:dk2>
          <a:srgbClr val="000000"/>
        </a:dk2>
        <a:lt2>
          <a:srgbClr val="808080"/>
        </a:lt2>
        <a:accent1>
          <a:srgbClr val="FFFFFF"/>
        </a:accent1>
        <a:accent2>
          <a:srgbClr val="60009F"/>
        </a:accent2>
        <a:accent3>
          <a:srgbClr val="FFE4FF"/>
        </a:accent3>
        <a:accent4>
          <a:srgbClr val="000087"/>
        </a:accent4>
        <a:accent5>
          <a:srgbClr val="FFFFFF"/>
        </a:accent5>
        <a:accent6>
          <a:srgbClr val="560090"/>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0">
        <a:dk1>
          <a:srgbClr val="003000"/>
        </a:dk1>
        <a:lt1>
          <a:srgbClr val="9FCF9F"/>
        </a:lt1>
        <a:dk2>
          <a:srgbClr val="000000"/>
        </a:dk2>
        <a:lt2>
          <a:srgbClr val="808080"/>
        </a:lt2>
        <a:accent1>
          <a:srgbClr val="FFFFFF"/>
        </a:accent1>
        <a:accent2>
          <a:srgbClr val="006730"/>
        </a:accent2>
        <a:accent3>
          <a:srgbClr val="CDE4CD"/>
        </a:accent3>
        <a:accent4>
          <a:srgbClr val="002700"/>
        </a:accent4>
        <a:accent5>
          <a:srgbClr val="FFFFFF"/>
        </a:accent5>
        <a:accent6>
          <a:srgbClr val="005D2A"/>
        </a:accent6>
        <a:hlink>
          <a:srgbClr val="028418"/>
        </a:hlink>
        <a:folHlink>
          <a:srgbClr val="660066"/>
        </a:folHlink>
      </a:clrScheme>
      <a:clrMap bg1="lt1" tx1="dk1" bg2="lt2" tx2="dk2" accent1="accent1" accent2="accent2" accent3="accent3" accent4="accent4" accent5="accent5" accent6="accent6" hlink="hlink" folHlink="folHlink"/>
    </a:extraClrScheme>
    <a:extraClrScheme>
      <a:clrScheme name="2_Custom Design 11">
        <a:dk1>
          <a:srgbClr val="000000"/>
        </a:dk1>
        <a:lt1>
          <a:srgbClr val="FFFFD5"/>
        </a:lt1>
        <a:dk2>
          <a:srgbClr val="000000"/>
        </a:dk2>
        <a:lt2>
          <a:srgbClr val="808080"/>
        </a:lt2>
        <a:accent1>
          <a:srgbClr val="D7DFCF"/>
        </a:accent1>
        <a:accent2>
          <a:srgbClr val="661600"/>
        </a:accent2>
        <a:accent3>
          <a:srgbClr val="FFFFE7"/>
        </a:accent3>
        <a:accent4>
          <a:srgbClr val="000000"/>
        </a:accent4>
        <a:accent5>
          <a:srgbClr val="E8ECE4"/>
        </a:accent5>
        <a:accent6>
          <a:srgbClr val="5C1300"/>
        </a:accent6>
        <a:hlink>
          <a:srgbClr val="008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Custom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20c1ccc-bdb4-4265-904c-57a69b0f55df">
      <Terms xmlns="http://schemas.microsoft.com/office/infopath/2007/PartnerControls"/>
    </lcf76f155ced4ddcb4097134ff3c332f>
    <TaxCatchAll xmlns="c290624a-be8e-4435-855c-b5976b1d6fc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F99DA3E8F3E9748906E11791879EACD" ma:contentTypeVersion="10" ma:contentTypeDescription="Create a new document." ma:contentTypeScope="" ma:versionID="9ab3ea8fb4c59cb908fd9ab5807c4dde">
  <xsd:schema xmlns:xsd="http://www.w3.org/2001/XMLSchema" xmlns:xs="http://www.w3.org/2001/XMLSchema" xmlns:p="http://schemas.microsoft.com/office/2006/metadata/properties" xmlns:ns2="820c1ccc-bdb4-4265-904c-57a69b0f55df" xmlns:ns3="c290624a-be8e-4435-855c-b5976b1d6fc6" targetNamespace="http://schemas.microsoft.com/office/2006/metadata/properties" ma:root="true" ma:fieldsID="76a89d6e13d200796d16cf974ca805fe" ns2:_="" ns3:_="">
    <xsd:import namespace="820c1ccc-bdb4-4265-904c-57a69b0f55df"/>
    <xsd:import namespace="c290624a-be8e-4435-855c-b5976b1d6fc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0c1ccc-bdb4-4265-904c-57a69b0f55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9bee80c-1694-4361-82b6-5997d1554ef6"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290624a-be8e-4435-855c-b5976b1d6fc6"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e9bbc924-f0d4-4a19-908c-ddacaef66635}" ma:internalName="TaxCatchAll" ma:showField="CatchAllData" ma:web="c290624a-be8e-4435-855c-b5976b1d6fc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4BD0A12-5524-461A-AF9A-8C88B506D890}">
  <ds:schemaRefs>
    <ds:schemaRef ds:uri="http://schemas.openxmlformats.org/package/2006/metadata/core-properties"/>
    <ds:schemaRef ds:uri="http://schemas.microsoft.com/office/2006/documentManagement/types"/>
    <ds:schemaRef ds:uri="c290624a-be8e-4435-855c-b5976b1d6fc6"/>
    <ds:schemaRef ds:uri="http://purl.org/dc/terms/"/>
    <ds:schemaRef ds:uri="http://purl.org/dc/elements/1.1/"/>
    <ds:schemaRef ds:uri="http://www.w3.org/XML/1998/namespace"/>
    <ds:schemaRef ds:uri="http://schemas.microsoft.com/office/infopath/2007/PartnerControls"/>
    <ds:schemaRef ds:uri="http://purl.org/dc/dcmitype/"/>
    <ds:schemaRef ds:uri="820c1ccc-bdb4-4265-904c-57a69b0f55df"/>
    <ds:schemaRef ds:uri="http://schemas.microsoft.com/office/2006/metadata/properties"/>
  </ds:schemaRefs>
</ds:datastoreItem>
</file>

<file path=customXml/itemProps2.xml><?xml version="1.0" encoding="utf-8"?>
<ds:datastoreItem xmlns:ds="http://schemas.openxmlformats.org/officeDocument/2006/customXml" ds:itemID="{9B2380DB-64FB-43A4-8A0C-1618E4E3E0DB}">
  <ds:schemaRefs>
    <ds:schemaRef ds:uri="http://schemas.microsoft.com/sharepoint/v3/contenttype/forms"/>
  </ds:schemaRefs>
</ds:datastoreItem>
</file>

<file path=customXml/itemProps3.xml><?xml version="1.0" encoding="utf-8"?>
<ds:datastoreItem xmlns:ds="http://schemas.openxmlformats.org/officeDocument/2006/customXml" ds:itemID="{45D4117D-1931-4412-866A-1768A9860C3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0c1ccc-bdb4-4265-904c-57a69b0f55df"/>
    <ds:schemaRef ds:uri="c290624a-be8e-4435-855c-b5976b1d6f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16278</TotalTime>
  <Words>761</Words>
  <Application>Microsoft Office PowerPoint</Application>
  <PresentationFormat>Custom</PresentationFormat>
  <Paragraphs>53</Paragraphs>
  <Slides>1</Slides>
  <Notes>1</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vt:i4>
      </vt:variant>
    </vt:vector>
  </HeadingPairs>
  <TitlesOfParts>
    <vt:vector size="11" baseType="lpstr">
      <vt:lpstr>Arial</vt:lpstr>
      <vt:lpstr>Arial Black</vt:lpstr>
      <vt:lpstr>Arial Narrow</vt:lpstr>
      <vt:lpstr>Calibri</vt:lpstr>
      <vt:lpstr>Calibri Light</vt:lpstr>
      <vt:lpstr>Tahoma</vt:lpstr>
      <vt:lpstr>Custom Design</vt:lpstr>
      <vt:lpstr>1_Custom Design</vt:lpstr>
      <vt:lpstr>2_Custom Design</vt:lpstr>
      <vt:lpstr>Office Theme</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48x36 Poster Template</dc:title>
  <dc:subject>Free PowerPoint poster templates</dc:subject>
  <dc:creator>A. Kotoulas</dc:creator>
  <cp:keywords>poster presentation, poster design, poster template</cp:keywords>
  <dc:description>Non-authorized printing of this poster template by any commercial printing service other than PosterPresentations.com is strictly prohibited._x000d_
Non-profit educational printing centers are exempt._x000d_
To obtain printing authorization call:_x000d_
1.866.649.3004_x000d_
_x000d_
© 2007 Canterbury Media Services, Inc</dc:description>
  <cp:lastModifiedBy>Abdullah Zafar</cp:lastModifiedBy>
  <cp:revision>264</cp:revision>
  <dcterms:created xsi:type="dcterms:W3CDTF">2005-05-18T01:24:28Z</dcterms:created>
  <dcterms:modified xsi:type="dcterms:W3CDTF">2025-07-18T04:10:51Z</dcterms:modified>
  <cp:category>Powerpoint poster templates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0x010100DF99DA3E8F3E9748906E11791879EACD</vt:lpwstr>
  </property>
  <property fmtid="{D5CDD505-2E9C-101B-9397-08002B2CF9AE}" pid="3" name="MediaServiceImageTags">
    <vt:lpwstr/>
  </property>
</Properties>
</file>